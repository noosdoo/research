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99" r:id="rId3"/>
    <p:sldId id="313" r:id="rId4"/>
    <p:sldId id="317" r:id="rId5"/>
    <p:sldId id="318" r:id="rId6"/>
    <p:sldId id="319" r:id="rId7"/>
    <p:sldId id="320" r:id="rId8"/>
    <p:sldId id="321" r:id="rId9"/>
    <p:sldId id="322" r:id="rId10"/>
    <p:sldId id="323" r:id="rId11"/>
    <p:sldId id="324" r:id="rId12"/>
    <p:sldId id="325"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FF9999"/>
    <a:srgbClr val="FFCCCC"/>
    <a:srgbClr val="712B13"/>
    <a:srgbClr val="B11B1B"/>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88604" autoAdjust="0"/>
  </p:normalViewPr>
  <p:slideViewPr>
    <p:cSldViewPr snapToGrid="0">
      <p:cViewPr varScale="1">
        <p:scale>
          <a:sx n="53" d="100"/>
          <a:sy n="53" d="100"/>
        </p:scale>
        <p:origin x="1212" y="40"/>
      </p:cViewPr>
      <p:guideLst/>
    </p:cSldViewPr>
  </p:slideViewPr>
  <p:outlineViewPr>
    <p:cViewPr>
      <p:scale>
        <a:sx n="33" d="100"/>
        <a:sy n="33" d="100"/>
      </p:scale>
      <p:origin x="0" y="-1996"/>
    </p:cViewPr>
  </p:outlin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DEC668-37C2-4142-AF5B-1BEC22E377DB}" type="datetimeFigureOut">
              <a:rPr kumimoji="1" lang="ja-JP" altLang="en-US" smtClean="0"/>
              <a:t>2026/6/13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AD38D5-1BD5-4CFD-9FC6-4790329500DB}" type="slidenum">
              <a:rPr kumimoji="1" lang="ja-JP" altLang="en-US" smtClean="0"/>
              <a:t>‹#›</a:t>
            </a:fld>
            <a:endParaRPr kumimoji="1" lang="ja-JP" altLang="en-US"/>
          </a:p>
        </p:txBody>
      </p:sp>
    </p:spTree>
    <p:extLst>
      <p:ext uri="{BB962C8B-B14F-4D97-AF65-F5344CB8AC3E}">
        <p14:creationId xmlns:p14="http://schemas.microsoft.com/office/powerpoint/2010/main" val="355057391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2AD38D5-1BD5-4CFD-9FC6-4790329500DB}" type="slidenum">
              <a:rPr kumimoji="1" lang="ja-JP" altLang="en-US" smtClean="0"/>
              <a:t>1</a:t>
            </a:fld>
            <a:endParaRPr kumimoji="1" lang="ja-JP" altLang="en-US"/>
          </a:p>
        </p:txBody>
      </p:sp>
    </p:spTree>
    <p:extLst>
      <p:ext uri="{BB962C8B-B14F-4D97-AF65-F5344CB8AC3E}">
        <p14:creationId xmlns:p14="http://schemas.microsoft.com/office/powerpoint/2010/main" val="100662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6F33B-29A7-9502-A6FC-D009E11DA4B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E9EC630-1B88-7AB5-AFAF-607EF938AF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9EB56F-F328-7417-B9D8-E122A20ADDF5}"/>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9BD527C9-02EE-5D41-DC9E-4CDCB5781916}"/>
              </a:ext>
            </a:extLst>
          </p:cNvPr>
          <p:cNvSpPr>
            <a:spLocks noGrp="1"/>
          </p:cNvSpPr>
          <p:nvPr>
            <p:ph type="sldNum" sz="quarter" idx="5"/>
          </p:nvPr>
        </p:nvSpPr>
        <p:spPr/>
        <p:txBody>
          <a:bodyPr/>
          <a:lstStyle/>
          <a:p>
            <a:fld id="{22AD38D5-1BD5-4CFD-9FC6-4790329500DB}" type="slidenum">
              <a:rPr kumimoji="1" lang="ja-JP" altLang="en-US" smtClean="0"/>
              <a:t>2</a:t>
            </a:fld>
            <a:endParaRPr kumimoji="1" lang="ja-JP" altLang="en-US"/>
          </a:p>
        </p:txBody>
      </p:sp>
    </p:spTree>
    <p:extLst>
      <p:ext uri="{BB962C8B-B14F-4D97-AF65-F5344CB8AC3E}">
        <p14:creationId xmlns:p14="http://schemas.microsoft.com/office/powerpoint/2010/main" val="3621331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05059-8235-2E63-49CB-B955E3E03F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0DE918-8335-59E3-3F22-3FBE8659EAD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5594A1-36C5-0461-3555-7BC6EE2A9BAB}"/>
              </a:ext>
            </a:extLst>
          </p:cNvPr>
          <p:cNvSpPr>
            <a:spLocks noGrp="1"/>
          </p:cNvSpPr>
          <p:nvPr>
            <p:ph type="body" idx="1"/>
          </p:nvPr>
        </p:nvSpPr>
        <p:spPr/>
        <p:txBody>
          <a:bodyPr/>
          <a:lstStyle/>
          <a:p>
            <a:pPr marL="571500" indent="-571500">
              <a:lnSpc>
                <a:spcPts val="3818"/>
              </a:lnSpc>
              <a:buFont typeface="Wingdings" panose="05000000000000000000" pitchFamily="2" charset="2"/>
              <a:buChar char="q"/>
            </a:pPr>
            <a:endParaRPr lang="en-US" altLang="ja-JP" sz="1200" spc="215" dirty="0">
              <a:latin typeface="メイリオ" panose="020B0604030504040204" pitchFamily="50" charset="-128"/>
              <a:ea typeface="メイリオ" panose="020B0604030504040204" pitchFamily="50" charset="-128"/>
              <a:cs typeface="Noto Sans JP Bold"/>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r>
              <a:rPr lang="ja-JP" altLang="en-US" dirty="0"/>
              <a:t>まず、自分がやりたい研究について</a:t>
            </a:r>
            <a:endParaRPr lang="en-US" altLang="ja-JP" dirty="0"/>
          </a:p>
          <a:p>
            <a:endParaRPr lang="ja-JP" altLang="en-US" dirty="0"/>
          </a:p>
          <a:p>
            <a:r>
              <a:rPr lang="ja-JP" altLang="en-US" dirty="0"/>
              <a:t>最終的に作りたいシステムは、難聴者の方向けに、周囲の音をリアルタイムで可視化するシステムです。</a:t>
            </a:r>
            <a:endParaRPr lang="en-US" altLang="ja-JP" dirty="0"/>
          </a:p>
          <a:p>
            <a:endParaRPr lang="en-US" altLang="ja-JP" dirty="0"/>
          </a:p>
          <a:p>
            <a:r>
              <a:rPr lang="ja-JP" altLang="en-US" dirty="0"/>
              <a:t>例えば、街中歩いてるときに、「右後方からクラクション」「後ろから車」というように、どの方向から、どんな音が来ているかを伝えるイメージです。</a:t>
            </a:r>
            <a:endParaRPr lang="en-US" altLang="ja-JP" dirty="0"/>
          </a:p>
          <a:p>
            <a:endParaRPr lang="ja-JP" altLang="en-US" dirty="0"/>
          </a:p>
          <a:p>
            <a:r>
              <a:rPr lang="ja-JP" altLang="en-US" dirty="0"/>
              <a:t>これを実現するために必要な技術として挙げられるのが、まず複数の音を同時に識別すること、そしてその方向を推定することであると考えています。この</a:t>
            </a:r>
            <a:r>
              <a:rPr lang="en-US" altLang="ja-JP" dirty="0"/>
              <a:t>2</a:t>
            </a:r>
            <a:r>
              <a:rPr lang="ja-JP" altLang="en-US" dirty="0"/>
              <a:t>つを同時にやるのが</a:t>
            </a:r>
            <a:r>
              <a:rPr lang="en-US" altLang="ja-JP" dirty="0"/>
              <a:t>SELD</a:t>
            </a:r>
            <a:r>
              <a:rPr lang="ja-JP" altLang="en-US" dirty="0"/>
              <a:t>というタスクで、これが今回調べてきたことの中心になります。</a:t>
            </a:r>
            <a:endParaRPr lang="en-US" altLang="ja-JP" dirty="0"/>
          </a:p>
          <a:p>
            <a:endParaRPr lang="ja-JP" altLang="en-US" dirty="0"/>
          </a:p>
          <a:p>
            <a:r>
              <a:rPr lang="ja-JP" altLang="en-US" dirty="0"/>
              <a:t>また、最終的にはウェアラブル機器で屋外でも動くことを目指しているので、屋外でリアルタイムかつ、ノイズが多い環境でも使えることが必須条件になると考えられます。</a:t>
            </a:r>
          </a:p>
          <a:p>
            <a:endParaRPr kumimoji="1" lang="ja-JP" altLang="en-US" dirty="0"/>
          </a:p>
        </p:txBody>
      </p:sp>
      <p:sp>
        <p:nvSpPr>
          <p:cNvPr id="4" name="スライド番号プレースホルダー 3">
            <a:extLst>
              <a:ext uri="{FF2B5EF4-FFF2-40B4-BE49-F238E27FC236}">
                <a16:creationId xmlns:a16="http://schemas.microsoft.com/office/drawing/2014/main" id="{0FC20139-CE2E-F7A4-331B-804EE6BA5A9E}"/>
              </a:ext>
            </a:extLst>
          </p:cNvPr>
          <p:cNvSpPr>
            <a:spLocks noGrp="1"/>
          </p:cNvSpPr>
          <p:nvPr>
            <p:ph type="sldNum" sz="quarter" idx="5"/>
          </p:nvPr>
        </p:nvSpPr>
        <p:spPr/>
        <p:txBody>
          <a:bodyPr/>
          <a:lstStyle/>
          <a:p>
            <a:fld id="{22AD38D5-1BD5-4CFD-9FC6-4790329500DB}" type="slidenum">
              <a:rPr kumimoji="1" lang="ja-JP" altLang="en-US" smtClean="0"/>
              <a:t>3</a:t>
            </a:fld>
            <a:endParaRPr kumimoji="1" lang="ja-JP" altLang="en-US"/>
          </a:p>
        </p:txBody>
      </p:sp>
    </p:spTree>
    <p:extLst>
      <p:ext uri="{BB962C8B-B14F-4D97-AF65-F5344CB8AC3E}">
        <p14:creationId xmlns:p14="http://schemas.microsoft.com/office/powerpoint/2010/main" val="74832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9559E-DA12-61C9-1010-E536B50A15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763BE0-D980-D967-A264-EFDCDF5305D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57134-BD7C-518E-BD0F-96E0CBDF4C45}"/>
              </a:ext>
            </a:extLst>
          </p:cNvPr>
          <p:cNvSpPr>
            <a:spLocks noGrp="1"/>
          </p:cNvSpPr>
          <p:nvPr>
            <p:ph type="body" idx="1"/>
          </p:nvPr>
        </p:nvSpPr>
        <p:spPr/>
        <p:txBody>
          <a:bodyPr/>
          <a:lstStyle/>
          <a:p>
            <a:pPr marL="571500" indent="-571500">
              <a:lnSpc>
                <a:spcPts val="3818"/>
              </a:lnSpc>
              <a:buFont typeface="Wingdings" panose="05000000000000000000" pitchFamily="2" charset="2"/>
              <a:buChar char="q"/>
            </a:pPr>
            <a:endParaRPr lang="en-US" altLang="ja-JP" sz="1200" spc="215" dirty="0">
              <a:latin typeface="メイリオ" panose="020B0604030504040204" pitchFamily="50" charset="-128"/>
              <a:ea typeface="メイリオ" panose="020B0604030504040204" pitchFamily="50" charset="-128"/>
              <a:cs typeface="Noto Sans JP Bold"/>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r>
              <a:rPr lang="ja-JP" altLang="en-US" dirty="0"/>
              <a:t>まず、自分がやりたい研究について</a:t>
            </a:r>
            <a:endParaRPr lang="en-US" altLang="ja-JP" dirty="0"/>
          </a:p>
          <a:p>
            <a:endParaRPr lang="ja-JP" altLang="en-US" dirty="0"/>
          </a:p>
          <a:p>
            <a:r>
              <a:rPr lang="ja-JP" altLang="en-US" dirty="0"/>
              <a:t>最終的に作りたいシステムは、難聴者の方向けに、周囲の音をリアルタイムで可視化するシステムです。</a:t>
            </a:r>
            <a:endParaRPr lang="en-US" altLang="ja-JP" dirty="0"/>
          </a:p>
          <a:p>
            <a:endParaRPr lang="en-US" altLang="ja-JP" dirty="0"/>
          </a:p>
          <a:p>
            <a:r>
              <a:rPr lang="ja-JP" altLang="en-US" dirty="0"/>
              <a:t>例えば、街中歩いてるときに、「右後方からクラクション」「後ろから車」というように、どの方向から、どんな音が来ているかを伝えるイメージです。</a:t>
            </a:r>
            <a:endParaRPr lang="en-US" altLang="ja-JP" dirty="0"/>
          </a:p>
          <a:p>
            <a:endParaRPr lang="ja-JP" altLang="en-US" dirty="0"/>
          </a:p>
          <a:p>
            <a:r>
              <a:rPr lang="ja-JP" altLang="en-US" dirty="0"/>
              <a:t>これを実現するために必要な技術として挙げられるのが、まず複数の音を同時に識別すること、そしてその方向を推定することであると考えています。この</a:t>
            </a:r>
            <a:r>
              <a:rPr lang="en-US" altLang="ja-JP" dirty="0"/>
              <a:t>2</a:t>
            </a:r>
            <a:r>
              <a:rPr lang="ja-JP" altLang="en-US" dirty="0"/>
              <a:t>つを同時にやるのが</a:t>
            </a:r>
            <a:r>
              <a:rPr lang="en-US" altLang="ja-JP" dirty="0"/>
              <a:t>SELD</a:t>
            </a:r>
            <a:r>
              <a:rPr lang="ja-JP" altLang="en-US" dirty="0"/>
              <a:t>というタスクで、これが今回調べてきたことの中心になります。</a:t>
            </a:r>
            <a:endParaRPr lang="en-US" altLang="ja-JP" dirty="0"/>
          </a:p>
          <a:p>
            <a:endParaRPr lang="ja-JP" altLang="en-US" dirty="0"/>
          </a:p>
          <a:p>
            <a:r>
              <a:rPr lang="ja-JP" altLang="en-US" dirty="0"/>
              <a:t>また、最終的にはウェアラブル機器で屋外でも動くことを目指しているので、屋外でリアルタイムかつ、ノイズが多い環境でも使えることが必須条件になると考えられます。</a:t>
            </a:r>
          </a:p>
          <a:p>
            <a:endParaRPr kumimoji="1" lang="ja-JP" altLang="en-US" dirty="0"/>
          </a:p>
        </p:txBody>
      </p:sp>
      <p:sp>
        <p:nvSpPr>
          <p:cNvPr id="4" name="スライド番号プレースホルダー 3">
            <a:extLst>
              <a:ext uri="{FF2B5EF4-FFF2-40B4-BE49-F238E27FC236}">
                <a16:creationId xmlns:a16="http://schemas.microsoft.com/office/drawing/2014/main" id="{D5A26BB8-1881-92E2-0CFF-4B1342308F02}"/>
              </a:ext>
            </a:extLst>
          </p:cNvPr>
          <p:cNvSpPr>
            <a:spLocks noGrp="1"/>
          </p:cNvSpPr>
          <p:nvPr>
            <p:ph type="sldNum" sz="quarter" idx="5"/>
          </p:nvPr>
        </p:nvSpPr>
        <p:spPr/>
        <p:txBody>
          <a:bodyPr/>
          <a:lstStyle/>
          <a:p>
            <a:fld id="{22AD38D5-1BD5-4CFD-9FC6-4790329500DB}" type="slidenum">
              <a:rPr kumimoji="1" lang="ja-JP" altLang="en-US" smtClean="0"/>
              <a:t>4</a:t>
            </a:fld>
            <a:endParaRPr kumimoji="1" lang="ja-JP" altLang="en-US"/>
          </a:p>
        </p:txBody>
      </p:sp>
    </p:spTree>
    <p:extLst>
      <p:ext uri="{BB962C8B-B14F-4D97-AF65-F5344CB8AC3E}">
        <p14:creationId xmlns:p14="http://schemas.microsoft.com/office/powerpoint/2010/main" val="2987526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125D4-7175-8DF7-4331-2F2E68D13A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98BE6B-E601-6D18-4D1F-5ABD7E5079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7D09C8A-079C-41DA-482D-A051408E5E16}"/>
              </a:ext>
            </a:extLst>
          </p:cNvPr>
          <p:cNvSpPr>
            <a:spLocks noGrp="1"/>
          </p:cNvSpPr>
          <p:nvPr>
            <p:ph type="body" idx="1"/>
          </p:nvPr>
        </p:nvSpPr>
        <p:spPr/>
        <p:txBody>
          <a:bodyPr/>
          <a:lstStyle/>
          <a:p>
            <a:pPr marL="571500" indent="-571500">
              <a:lnSpc>
                <a:spcPts val="3818"/>
              </a:lnSpc>
              <a:buFont typeface="Wingdings" panose="05000000000000000000" pitchFamily="2" charset="2"/>
              <a:buChar char="q"/>
            </a:pPr>
            <a:endParaRPr lang="en-US" altLang="ja-JP" sz="1200" spc="215" dirty="0">
              <a:latin typeface="メイリオ" panose="020B0604030504040204" pitchFamily="50" charset="-128"/>
              <a:ea typeface="メイリオ" panose="020B0604030504040204" pitchFamily="50" charset="-128"/>
              <a:cs typeface="Noto Sans JP Bold"/>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r>
              <a:rPr lang="ja-JP" altLang="en-US" dirty="0"/>
              <a:t>まず、自分がやりたい研究について</a:t>
            </a:r>
            <a:endParaRPr lang="en-US" altLang="ja-JP" dirty="0"/>
          </a:p>
          <a:p>
            <a:endParaRPr lang="ja-JP" altLang="en-US" dirty="0"/>
          </a:p>
          <a:p>
            <a:r>
              <a:rPr lang="ja-JP" altLang="en-US" dirty="0"/>
              <a:t>最終的に作りたいシステムは、難聴者の方向けに、周囲の音をリアルタイムで可視化するシステムです。</a:t>
            </a:r>
            <a:endParaRPr lang="en-US" altLang="ja-JP" dirty="0"/>
          </a:p>
          <a:p>
            <a:endParaRPr lang="en-US" altLang="ja-JP" dirty="0"/>
          </a:p>
          <a:p>
            <a:r>
              <a:rPr lang="ja-JP" altLang="en-US" dirty="0"/>
              <a:t>例えば、街中歩いてるときに、「右後方からクラクション」「後ろから車」というように、どの方向から、どんな音が来ているかを伝えるイメージです。</a:t>
            </a:r>
            <a:endParaRPr lang="en-US" altLang="ja-JP" dirty="0"/>
          </a:p>
          <a:p>
            <a:endParaRPr lang="ja-JP" altLang="en-US" dirty="0"/>
          </a:p>
          <a:p>
            <a:r>
              <a:rPr lang="ja-JP" altLang="en-US" dirty="0"/>
              <a:t>これを実現するために必要な技術として挙げられるのが、まず複数の音を同時に識別すること、そしてその方向を推定することであると考えています。この</a:t>
            </a:r>
            <a:r>
              <a:rPr lang="en-US" altLang="ja-JP" dirty="0"/>
              <a:t>2</a:t>
            </a:r>
            <a:r>
              <a:rPr lang="ja-JP" altLang="en-US" dirty="0"/>
              <a:t>つを同時にやるのが</a:t>
            </a:r>
            <a:r>
              <a:rPr lang="en-US" altLang="ja-JP" dirty="0"/>
              <a:t>SELD</a:t>
            </a:r>
            <a:r>
              <a:rPr lang="ja-JP" altLang="en-US" dirty="0"/>
              <a:t>というタスクで、これが今回調べてきたことの中心になります。</a:t>
            </a:r>
            <a:endParaRPr lang="en-US" altLang="ja-JP" dirty="0"/>
          </a:p>
          <a:p>
            <a:endParaRPr lang="ja-JP" altLang="en-US" dirty="0"/>
          </a:p>
          <a:p>
            <a:r>
              <a:rPr lang="ja-JP" altLang="en-US" dirty="0"/>
              <a:t>また、最終的にはウェアラブル機器で屋外でも動くことを目指しているので、屋外でリアルタイムかつ、ノイズが多い環境でも使えることが必須条件になると考えられます。</a:t>
            </a:r>
          </a:p>
          <a:p>
            <a:endParaRPr kumimoji="1" lang="ja-JP" altLang="en-US" dirty="0"/>
          </a:p>
        </p:txBody>
      </p:sp>
      <p:sp>
        <p:nvSpPr>
          <p:cNvPr id="4" name="スライド番号プレースホルダー 3">
            <a:extLst>
              <a:ext uri="{FF2B5EF4-FFF2-40B4-BE49-F238E27FC236}">
                <a16:creationId xmlns:a16="http://schemas.microsoft.com/office/drawing/2014/main" id="{1FCA9D95-D90F-B0D5-5A89-C01D3251EE66}"/>
              </a:ext>
            </a:extLst>
          </p:cNvPr>
          <p:cNvSpPr>
            <a:spLocks noGrp="1"/>
          </p:cNvSpPr>
          <p:nvPr>
            <p:ph type="sldNum" sz="quarter" idx="5"/>
          </p:nvPr>
        </p:nvSpPr>
        <p:spPr/>
        <p:txBody>
          <a:bodyPr/>
          <a:lstStyle/>
          <a:p>
            <a:fld id="{22AD38D5-1BD5-4CFD-9FC6-4790329500DB}" type="slidenum">
              <a:rPr kumimoji="1" lang="ja-JP" altLang="en-US" smtClean="0"/>
              <a:t>5</a:t>
            </a:fld>
            <a:endParaRPr kumimoji="1" lang="ja-JP" altLang="en-US"/>
          </a:p>
        </p:txBody>
      </p:sp>
    </p:spTree>
    <p:extLst>
      <p:ext uri="{BB962C8B-B14F-4D97-AF65-F5344CB8AC3E}">
        <p14:creationId xmlns:p14="http://schemas.microsoft.com/office/powerpoint/2010/main" val="3481049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2CA6B-C984-B1F4-4D89-3C10764856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9A15DF-DA65-71A6-FB25-AD4C19CFC2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FA58EC-F009-C1F9-24FC-B8D5F53768DE}"/>
              </a:ext>
            </a:extLst>
          </p:cNvPr>
          <p:cNvSpPr>
            <a:spLocks noGrp="1"/>
          </p:cNvSpPr>
          <p:nvPr>
            <p:ph type="body" idx="1"/>
          </p:nvPr>
        </p:nvSpPr>
        <p:spPr/>
        <p:txBody>
          <a:bodyPr/>
          <a:lstStyle/>
          <a:p>
            <a:pPr marL="571500" indent="-571500">
              <a:lnSpc>
                <a:spcPts val="3818"/>
              </a:lnSpc>
              <a:buFont typeface="Wingdings" panose="05000000000000000000" pitchFamily="2" charset="2"/>
              <a:buChar char="q"/>
            </a:pPr>
            <a:endParaRPr lang="en-US" altLang="ja-JP" sz="1200" spc="215" dirty="0">
              <a:latin typeface="メイリオ" panose="020B0604030504040204" pitchFamily="50" charset="-128"/>
              <a:ea typeface="メイリオ" panose="020B0604030504040204" pitchFamily="50" charset="-128"/>
              <a:cs typeface="Noto Sans JP Bold"/>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endParaRPr kumimoji="1" lang="en-US" altLang="ja-JP" sz="1200" spc="215" dirty="0">
              <a:latin typeface="メイリオ" panose="020B0604030504040204" pitchFamily="50" charset="-128"/>
              <a:ea typeface="メイリオ" panose="020B0604030504040204" pitchFamily="50" charset="-128"/>
              <a:sym typeface="Noto Sans JP Bold"/>
            </a:endParaRPr>
          </a:p>
          <a:p>
            <a:r>
              <a:rPr lang="ja-JP" altLang="en-US" dirty="0"/>
              <a:t>まず、自分がやりたい研究について</a:t>
            </a:r>
            <a:endParaRPr lang="en-US" altLang="ja-JP" dirty="0"/>
          </a:p>
          <a:p>
            <a:endParaRPr lang="ja-JP" altLang="en-US" dirty="0"/>
          </a:p>
          <a:p>
            <a:r>
              <a:rPr lang="ja-JP" altLang="en-US" dirty="0"/>
              <a:t>最終的に作りたいシステムは、難聴者の方向けに、周囲の音をリアルタイムで可視化するシステムです。</a:t>
            </a:r>
            <a:endParaRPr lang="en-US" altLang="ja-JP" dirty="0"/>
          </a:p>
          <a:p>
            <a:endParaRPr lang="en-US" altLang="ja-JP" dirty="0"/>
          </a:p>
          <a:p>
            <a:r>
              <a:rPr lang="ja-JP" altLang="en-US" dirty="0"/>
              <a:t>例えば、街中歩いてるときに、「右後方からクラクション」「後ろから車」というように、どの方向から、どんな音が来ているかを伝えるイメージです。</a:t>
            </a:r>
            <a:endParaRPr lang="en-US" altLang="ja-JP" dirty="0"/>
          </a:p>
          <a:p>
            <a:endParaRPr lang="ja-JP" altLang="en-US" dirty="0"/>
          </a:p>
          <a:p>
            <a:r>
              <a:rPr lang="ja-JP" altLang="en-US" dirty="0"/>
              <a:t>これを実現するために必要な技術として挙げられるのが、まず複数の音を同時に識別すること、そしてその方向を推定することであると考えています。この</a:t>
            </a:r>
            <a:r>
              <a:rPr lang="en-US" altLang="ja-JP" dirty="0"/>
              <a:t>2</a:t>
            </a:r>
            <a:r>
              <a:rPr lang="ja-JP" altLang="en-US" dirty="0"/>
              <a:t>つを同時にやるのが</a:t>
            </a:r>
            <a:r>
              <a:rPr lang="en-US" altLang="ja-JP" dirty="0"/>
              <a:t>SELD</a:t>
            </a:r>
            <a:r>
              <a:rPr lang="ja-JP" altLang="en-US" dirty="0"/>
              <a:t>というタスクで、これが今回調べてきたことの中心になります。</a:t>
            </a:r>
            <a:endParaRPr lang="en-US" altLang="ja-JP" dirty="0"/>
          </a:p>
          <a:p>
            <a:endParaRPr lang="ja-JP" altLang="en-US" dirty="0"/>
          </a:p>
          <a:p>
            <a:r>
              <a:rPr lang="ja-JP" altLang="en-US" dirty="0"/>
              <a:t>また、最終的にはウェアラブル機器で屋外でも動くことを目指しているので、屋外でリアルタイムかつ、ノイズが多い環境でも使えることが必須条件になると考えられます。</a:t>
            </a:r>
          </a:p>
          <a:p>
            <a:endParaRPr kumimoji="1" lang="ja-JP" altLang="en-US" dirty="0"/>
          </a:p>
        </p:txBody>
      </p:sp>
      <p:sp>
        <p:nvSpPr>
          <p:cNvPr id="4" name="スライド番号プレースホルダー 3">
            <a:extLst>
              <a:ext uri="{FF2B5EF4-FFF2-40B4-BE49-F238E27FC236}">
                <a16:creationId xmlns:a16="http://schemas.microsoft.com/office/drawing/2014/main" id="{5400F4C7-6D28-73BE-00DA-8555068F997B}"/>
              </a:ext>
            </a:extLst>
          </p:cNvPr>
          <p:cNvSpPr>
            <a:spLocks noGrp="1"/>
          </p:cNvSpPr>
          <p:nvPr>
            <p:ph type="sldNum" sz="quarter" idx="5"/>
          </p:nvPr>
        </p:nvSpPr>
        <p:spPr/>
        <p:txBody>
          <a:bodyPr/>
          <a:lstStyle/>
          <a:p>
            <a:fld id="{22AD38D5-1BD5-4CFD-9FC6-4790329500DB}" type="slidenum">
              <a:rPr kumimoji="1" lang="ja-JP" altLang="en-US" smtClean="0"/>
              <a:t>6</a:t>
            </a:fld>
            <a:endParaRPr kumimoji="1" lang="ja-JP" altLang="en-US"/>
          </a:p>
        </p:txBody>
      </p:sp>
    </p:spTree>
    <p:extLst>
      <p:ext uri="{BB962C8B-B14F-4D97-AF65-F5344CB8AC3E}">
        <p14:creationId xmlns:p14="http://schemas.microsoft.com/office/powerpoint/2010/main" val="58733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Next.js本体はVercel、長時間接続が必要な</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Socket.IOはRailwayに分離</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サーバーレス環境と相性の悪い</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WebSocket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を別ホストに切り出す構成</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altLang="ja-JP" sz="1200" dirty="0">
              <a:latin typeface="メイリオ" panose="020B0604030504040204" pitchFamily="50" charset="-128"/>
              <a:ea typeface="メイリオ" panose="020B0604030504040204" pitchFamily="50" charset="-128"/>
            </a:endParaRPr>
          </a:p>
        </p:txBody>
      </p:sp>
      <p:sp>
        <p:nvSpPr>
          <p:cNvPr id="4" name="スライド番号プレースホルダー 3"/>
          <p:cNvSpPr>
            <a:spLocks noGrp="1"/>
          </p:cNvSpPr>
          <p:nvPr>
            <p:ph type="sldNum" sz="quarter" idx="5"/>
          </p:nvPr>
        </p:nvSpPr>
        <p:spPr/>
        <p:txBody>
          <a:bodyPr/>
          <a:lstStyle/>
          <a:p>
            <a:fld id="{22AD38D5-1BD5-4CFD-9FC6-4790329500DB}" type="slidenum">
              <a:rPr kumimoji="1" lang="ja-JP" altLang="en-US" smtClean="0"/>
              <a:t>8</a:t>
            </a:fld>
            <a:endParaRPr kumimoji="1" lang="ja-JP" altLang="en-US"/>
          </a:p>
        </p:txBody>
      </p:sp>
    </p:spTree>
    <p:extLst>
      <p:ext uri="{BB962C8B-B14F-4D97-AF65-F5344CB8AC3E}">
        <p14:creationId xmlns:p14="http://schemas.microsoft.com/office/powerpoint/2010/main" val="1544918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27C6-268A-CA80-71DD-28DFFE7F52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4C52E1-7C72-E420-6DA0-3F5844FB7F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6998FD5-F11D-1CB0-89E7-AD27E65832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Next.js本体はVercel、長時間接続が必要な</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Socket.IOはRailwayに分離</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サーバーレス環境と相性の悪い</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WebSocket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を別ホストに切り出す構成</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altLang="ja-JP" sz="1200"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2FC3B019-BEA9-A1F7-0015-D3809FA751D8}"/>
              </a:ext>
            </a:extLst>
          </p:cNvPr>
          <p:cNvSpPr>
            <a:spLocks noGrp="1"/>
          </p:cNvSpPr>
          <p:nvPr>
            <p:ph type="sldNum" sz="quarter" idx="5"/>
          </p:nvPr>
        </p:nvSpPr>
        <p:spPr/>
        <p:txBody>
          <a:bodyPr/>
          <a:lstStyle/>
          <a:p>
            <a:fld id="{22AD38D5-1BD5-4CFD-9FC6-4790329500DB}" type="slidenum">
              <a:rPr kumimoji="1" lang="ja-JP" altLang="en-US" smtClean="0"/>
              <a:t>9</a:t>
            </a:fld>
            <a:endParaRPr kumimoji="1" lang="ja-JP" altLang="en-US"/>
          </a:p>
        </p:txBody>
      </p:sp>
    </p:spTree>
    <p:extLst>
      <p:ext uri="{BB962C8B-B14F-4D97-AF65-F5344CB8AC3E}">
        <p14:creationId xmlns:p14="http://schemas.microsoft.com/office/powerpoint/2010/main" val="425383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95B5D-052D-A5D5-877C-156CD751D5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B99262-BB7A-4B60-3C94-93F4C41412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A3DCBA-4858-9879-C591-BF81661560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Next.js本体はVercel、長時間接続が必要な</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Socket.IOはRailwayに分離</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サーバーレス環境と相性の悪い</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WebSocket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を別ホストに切り出す構成</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altLang="ja-JP" sz="1200"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4AE2E2EE-2717-6EEB-557E-C9411403D329}"/>
              </a:ext>
            </a:extLst>
          </p:cNvPr>
          <p:cNvSpPr>
            <a:spLocks noGrp="1"/>
          </p:cNvSpPr>
          <p:nvPr>
            <p:ph type="sldNum" sz="quarter" idx="5"/>
          </p:nvPr>
        </p:nvSpPr>
        <p:spPr/>
        <p:txBody>
          <a:bodyPr/>
          <a:lstStyle/>
          <a:p>
            <a:fld id="{22AD38D5-1BD5-4CFD-9FC6-4790329500DB}" type="slidenum">
              <a:rPr kumimoji="1" lang="ja-JP" altLang="en-US" smtClean="0"/>
              <a:t>10</a:t>
            </a:fld>
            <a:endParaRPr kumimoji="1" lang="ja-JP" altLang="en-US"/>
          </a:p>
        </p:txBody>
      </p:sp>
    </p:spTree>
    <p:extLst>
      <p:ext uri="{BB962C8B-B14F-4D97-AF65-F5344CB8AC3E}">
        <p14:creationId xmlns:p14="http://schemas.microsoft.com/office/powerpoint/2010/main" val="1715859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33B03-81A2-1F05-019E-709E4CF020F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747F74-E1E4-C24A-705C-8E6AC465F9C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C0F07E4-1913-0889-D802-55168D2D25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Next.js本体はVercel、長時間接続が必要な</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Socket.IOはRailwayに分離</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サーバーレス環境と相性の悪い</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WebSocket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を別ホストに切り出す構成</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altLang="ja-JP" sz="1200"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AEABDDC1-AFAF-1396-80E9-83D9AD829DB9}"/>
              </a:ext>
            </a:extLst>
          </p:cNvPr>
          <p:cNvSpPr>
            <a:spLocks noGrp="1"/>
          </p:cNvSpPr>
          <p:nvPr>
            <p:ph type="sldNum" sz="quarter" idx="5"/>
          </p:nvPr>
        </p:nvSpPr>
        <p:spPr/>
        <p:txBody>
          <a:bodyPr/>
          <a:lstStyle/>
          <a:p>
            <a:fld id="{22AD38D5-1BD5-4CFD-9FC6-4790329500DB}" type="slidenum">
              <a:rPr kumimoji="1" lang="ja-JP" altLang="en-US" smtClean="0"/>
              <a:t>11</a:t>
            </a:fld>
            <a:endParaRPr kumimoji="1" lang="ja-JP" altLang="en-US"/>
          </a:p>
        </p:txBody>
      </p:sp>
    </p:spTree>
    <p:extLst>
      <p:ext uri="{BB962C8B-B14F-4D97-AF65-F5344CB8AC3E}">
        <p14:creationId xmlns:p14="http://schemas.microsoft.com/office/powerpoint/2010/main" val="108704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B4329-81A7-660B-F83D-7589FECA2CD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9832361-EA50-7C97-B9D4-4C22801D3FC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377077-F1A0-B258-0D56-8A87F51D92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Next.js本体はVercel、長時間接続が必要な</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Socket.IOはRailwayに分離</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サーバーレス環境と相性の悪い</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 WebSocket </a:t>
            </a:r>
            <a:r>
              <a:rPr lang="en-US" altLang="ja-JP" sz="1200" kern="0" spc="66" dirty="0" err="1">
                <a:solidFill>
                  <a:srgbClr val="000000"/>
                </a:solidFill>
                <a:latin typeface="メイリオ" panose="020B0604030504040204" pitchFamily="50" charset="-128"/>
                <a:ea typeface="メイリオ" panose="020B0604030504040204" pitchFamily="50" charset="-128"/>
                <a:cs typeface="Arial" pitchFamily="34" charset="-120"/>
              </a:rPr>
              <a:t>を別ホストに切り出す構成</a:t>
            </a:r>
            <a:r>
              <a:rPr lang="en-US" altLang="ja-JP" sz="1200" kern="0" spc="66"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altLang="ja-JP" sz="1200"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3B3AECAB-39AF-6DA1-AB31-09C5DFA36297}"/>
              </a:ext>
            </a:extLst>
          </p:cNvPr>
          <p:cNvSpPr>
            <a:spLocks noGrp="1"/>
          </p:cNvSpPr>
          <p:nvPr>
            <p:ph type="sldNum" sz="quarter" idx="5"/>
          </p:nvPr>
        </p:nvSpPr>
        <p:spPr/>
        <p:txBody>
          <a:bodyPr/>
          <a:lstStyle/>
          <a:p>
            <a:fld id="{22AD38D5-1BD5-4CFD-9FC6-4790329500DB}" type="slidenum">
              <a:rPr kumimoji="1" lang="ja-JP" altLang="en-US" smtClean="0"/>
              <a:t>12</a:t>
            </a:fld>
            <a:endParaRPr kumimoji="1" lang="ja-JP" altLang="en-US"/>
          </a:p>
        </p:txBody>
      </p:sp>
    </p:spTree>
    <p:extLst>
      <p:ext uri="{BB962C8B-B14F-4D97-AF65-F5344CB8AC3E}">
        <p14:creationId xmlns:p14="http://schemas.microsoft.com/office/powerpoint/2010/main" val="1033863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57F4D5-72D9-A8A9-2A6A-DB50746DA22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4279C0E-AA5D-4439-6136-C0BE0FE872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2D5625B-4A0E-3360-2225-D5DA8E0425F0}"/>
              </a:ext>
            </a:extLst>
          </p:cNvPr>
          <p:cNvSpPr>
            <a:spLocks noGrp="1"/>
          </p:cNvSpPr>
          <p:nvPr>
            <p:ph type="dt" sz="half" idx="10"/>
          </p:nvPr>
        </p:nvSpPr>
        <p:spPr/>
        <p:txBody>
          <a:bodyPr/>
          <a:lstStyle/>
          <a:p>
            <a:r>
              <a:rPr kumimoji="1" lang="en-US" altLang="ja-JP"/>
              <a:t>2026/07/09</a:t>
            </a:r>
            <a:endParaRPr kumimoji="1" lang="ja-JP" altLang="en-US"/>
          </a:p>
        </p:txBody>
      </p:sp>
      <p:sp>
        <p:nvSpPr>
          <p:cNvPr id="5" name="フッター プレースホルダー 4">
            <a:extLst>
              <a:ext uri="{FF2B5EF4-FFF2-40B4-BE49-F238E27FC236}">
                <a16:creationId xmlns:a16="http://schemas.microsoft.com/office/drawing/2014/main" id="{0745C29E-C79E-3BAD-F71F-ED2CE6116A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79D94A4-1DB5-5FDD-9D4A-7EF422DD023C}"/>
              </a:ext>
            </a:extLst>
          </p:cNvPr>
          <p:cNvSpPr>
            <a:spLocks noGrp="1"/>
          </p:cNvSpPr>
          <p:nvPr>
            <p:ph type="sldNum" sz="quarter" idx="12"/>
          </p:nvPr>
        </p:nvSpPr>
        <p:spPr/>
        <p:txBody>
          <a:bodyPr/>
          <a:lstStyle/>
          <a:p>
            <a:fld id="{4E9148DC-F7ED-4428-85F4-2C78C4B0CFB7}" type="slidenum">
              <a:rPr kumimoji="1" lang="ja-JP" altLang="en-US" smtClean="0"/>
              <a:pPr/>
              <a:t>‹#›</a:t>
            </a:fld>
            <a:endParaRPr lang="ja-JP" altLang="en-US"/>
          </a:p>
        </p:txBody>
      </p:sp>
    </p:spTree>
    <p:extLst>
      <p:ext uri="{BB962C8B-B14F-4D97-AF65-F5344CB8AC3E}">
        <p14:creationId xmlns:p14="http://schemas.microsoft.com/office/powerpoint/2010/main" val="4009387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9E887F-4312-4F5F-B395-648C6B4138F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3A2D514-AA12-5E6C-716F-1FD1FB98C05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7248554-8452-5E74-7BD3-AC6247732AAC}"/>
              </a:ext>
            </a:extLst>
          </p:cNvPr>
          <p:cNvSpPr>
            <a:spLocks noGrp="1"/>
          </p:cNvSpPr>
          <p:nvPr>
            <p:ph type="dt" sz="half" idx="10"/>
          </p:nvPr>
        </p:nvSpPr>
        <p:spPr/>
        <p:txBody>
          <a:bodyPr/>
          <a:lstStyle/>
          <a:p>
            <a:r>
              <a:rPr kumimoji="1" lang="en-US" altLang="ja-JP"/>
              <a:t>2026/07/09</a:t>
            </a:r>
            <a:endParaRPr kumimoji="1" lang="ja-JP" altLang="en-US"/>
          </a:p>
        </p:txBody>
      </p:sp>
      <p:sp>
        <p:nvSpPr>
          <p:cNvPr id="5" name="フッター プレースホルダー 4">
            <a:extLst>
              <a:ext uri="{FF2B5EF4-FFF2-40B4-BE49-F238E27FC236}">
                <a16:creationId xmlns:a16="http://schemas.microsoft.com/office/drawing/2014/main" id="{4250FB43-44CE-D2D4-C0E3-E46E8D14FD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BE8303-A88B-58DA-BD2D-6BB47B3DB762}"/>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587272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84171A-1934-7846-1775-0584546083E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A6DB3F-632B-7AFE-E944-96E2724A40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CCA70CC-BFDC-436D-868A-E973B784EB7E}"/>
              </a:ext>
            </a:extLst>
          </p:cNvPr>
          <p:cNvSpPr>
            <a:spLocks noGrp="1"/>
          </p:cNvSpPr>
          <p:nvPr>
            <p:ph type="dt" sz="half" idx="10"/>
          </p:nvPr>
        </p:nvSpPr>
        <p:spPr/>
        <p:txBody>
          <a:bodyPr/>
          <a:lstStyle/>
          <a:p>
            <a:r>
              <a:rPr kumimoji="1" lang="en-US" altLang="ja-JP"/>
              <a:t>2026/07/09</a:t>
            </a:r>
            <a:endParaRPr kumimoji="1" lang="ja-JP" altLang="en-US"/>
          </a:p>
        </p:txBody>
      </p:sp>
      <p:sp>
        <p:nvSpPr>
          <p:cNvPr id="5" name="フッター プレースホルダー 4">
            <a:extLst>
              <a:ext uri="{FF2B5EF4-FFF2-40B4-BE49-F238E27FC236}">
                <a16:creationId xmlns:a16="http://schemas.microsoft.com/office/drawing/2014/main" id="{EFF04B2A-3A86-727B-8527-BDF4822C21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FDDE2D-AC5C-32F4-80E7-5C705C3C6A3A}"/>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135124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602B5F-BAD3-D080-2E9D-FEE244776A9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529C20-A3A2-06BF-65BE-9674FD1796C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5872DA9-AC53-30A9-2F75-82C5CCDE862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A4D7F15-CFD0-373F-E36E-D71A6D5B0EFE}"/>
              </a:ext>
            </a:extLst>
          </p:cNvPr>
          <p:cNvSpPr>
            <a:spLocks noGrp="1"/>
          </p:cNvSpPr>
          <p:nvPr>
            <p:ph type="dt" sz="half" idx="10"/>
          </p:nvPr>
        </p:nvSpPr>
        <p:spPr/>
        <p:txBody>
          <a:bodyPr/>
          <a:lstStyle/>
          <a:p>
            <a:r>
              <a:rPr kumimoji="1" lang="en-US" altLang="ja-JP"/>
              <a:t>2026/07/09</a:t>
            </a:r>
            <a:endParaRPr kumimoji="1" lang="ja-JP" altLang="en-US"/>
          </a:p>
        </p:txBody>
      </p:sp>
      <p:sp>
        <p:nvSpPr>
          <p:cNvPr id="6" name="フッター プレースホルダー 5">
            <a:extLst>
              <a:ext uri="{FF2B5EF4-FFF2-40B4-BE49-F238E27FC236}">
                <a16:creationId xmlns:a16="http://schemas.microsoft.com/office/drawing/2014/main" id="{9EC39058-7F7B-7FAF-EE85-313FCAECF0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DD6CDB-F2A2-E509-863E-39D9DB8878B3}"/>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2467486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FE6963-A5C0-D9F1-1DC4-512E7B2F387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357678B-7370-CD86-1923-9973350C3F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767C56A-1837-E669-1A2A-6FD6FCBC2FB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9E63155-EA3C-6272-E8FD-56599D472D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89BAA46-28F5-A6A8-3089-A3FD99A4175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CF8FE65-E04F-540A-76FF-E656E0FA5BBB}"/>
              </a:ext>
            </a:extLst>
          </p:cNvPr>
          <p:cNvSpPr>
            <a:spLocks noGrp="1"/>
          </p:cNvSpPr>
          <p:nvPr>
            <p:ph type="dt" sz="half" idx="10"/>
          </p:nvPr>
        </p:nvSpPr>
        <p:spPr/>
        <p:txBody>
          <a:bodyPr/>
          <a:lstStyle/>
          <a:p>
            <a:r>
              <a:rPr kumimoji="1" lang="en-US" altLang="ja-JP"/>
              <a:t>2026/07/09</a:t>
            </a:r>
            <a:endParaRPr kumimoji="1" lang="ja-JP" altLang="en-US"/>
          </a:p>
        </p:txBody>
      </p:sp>
      <p:sp>
        <p:nvSpPr>
          <p:cNvPr id="8" name="フッター プレースホルダー 7">
            <a:extLst>
              <a:ext uri="{FF2B5EF4-FFF2-40B4-BE49-F238E27FC236}">
                <a16:creationId xmlns:a16="http://schemas.microsoft.com/office/drawing/2014/main" id="{493711A5-4AD1-74CC-3004-40A48394017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13ED03A-CC41-6BF6-2AF8-BF14B2752733}"/>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4220265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D14F77-E3B3-4160-6AE5-A0F90F0BFF9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2DB29E5-EBE6-FC8F-6B65-642035DFA114}"/>
              </a:ext>
            </a:extLst>
          </p:cNvPr>
          <p:cNvSpPr>
            <a:spLocks noGrp="1"/>
          </p:cNvSpPr>
          <p:nvPr>
            <p:ph type="dt" sz="half" idx="10"/>
          </p:nvPr>
        </p:nvSpPr>
        <p:spPr/>
        <p:txBody>
          <a:bodyPr/>
          <a:lstStyle/>
          <a:p>
            <a:r>
              <a:rPr kumimoji="1" lang="en-US" altLang="ja-JP"/>
              <a:t>2026/07/09</a:t>
            </a:r>
            <a:endParaRPr kumimoji="1" lang="ja-JP" altLang="en-US"/>
          </a:p>
        </p:txBody>
      </p:sp>
      <p:sp>
        <p:nvSpPr>
          <p:cNvPr id="4" name="フッター プレースホルダー 3">
            <a:extLst>
              <a:ext uri="{FF2B5EF4-FFF2-40B4-BE49-F238E27FC236}">
                <a16:creationId xmlns:a16="http://schemas.microsoft.com/office/drawing/2014/main" id="{42880ADB-D063-01FB-199E-FD2CA97D6B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0CC51F4-03AD-A751-7B91-9761564C7194}"/>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695595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4A951E3-4F1F-E1EC-1570-B1782003C455}"/>
              </a:ext>
            </a:extLst>
          </p:cNvPr>
          <p:cNvSpPr>
            <a:spLocks noGrp="1"/>
          </p:cNvSpPr>
          <p:nvPr>
            <p:ph type="dt" sz="half" idx="10"/>
          </p:nvPr>
        </p:nvSpPr>
        <p:spPr/>
        <p:txBody>
          <a:bodyPr/>
          <a:lstStyle>
            <a:lvl1pPr>
              <a:defRPr sz="1600"/>
            </a:lvl1pPr>
          </a:lstStyle>
          <a:p>
            <a:r>
              <a:rPr lang="en-US" altLang="ja-JP"/>
              <a:t>2026/07/09</a:t>
            </a:r>
            <a:endParaRPr lang="ja-JP" altLang="en-US"/>
          </a:p>
        </p:txBody>
      </p:sp>
      <p:sp>
        <p:nvSpPr>
          <p:cNvPr id="3" name="フッター プレースホルダー 2">
            <a:extLst>
              <a:ext uri="{FF2B5EF4-FFF2-40B4-BE49-F238E27FC236}">
                <a16:creationId xmlns:a16="http://schemas.microsoft.com/office/drawing/2014/main" id="{465765D7-5332-993C-6E48-3436720980F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78E2104-D3F9-BA13-4C34-6DF4E740D067}"/>
              </a:ext>
            </a:extLst>
          </p:cNvPr>
          <p:cNvSpPr>
            <a:spLocks noGrp="1"/>
          </p:cNvSpPr>
          <p:nvPr>
            <p:ph type="sldNum" sz="quarter" idx="12"/>
          </p:nvPr>
        </p:nvSpPr>
        <p:spPr/>
        <p:txBody>
          <a:bodyPr/>
          <a:lstStyle>
            <a:lvl1pPr>
              <a:defRPr sz="1600"/>
            </a:lvl1pPr>
          </a:lstStyle>
          <a:p>
            <a:fld id="{4E9148DC-F7ED-4428-85F4-2C78C4B0CFB7}" type="slidenum">
              <a:rPr lang="ja-JP" altLang="en-US" smtClean="0"/>
              <a:pPr/>
              <a:t>‹#›</a:t>
            </a:fld>
            <a:endParaRPr lang="ja-JP" altLang="en-US"/>
          </a:p>
        </p:txBody>
      </p:sp>
    </p:spTree>
    <p:extLst>
      <p:ext uri="{BB962C8B-B14F-4D97-AF65-F5344CB8AC3E}">
        <p14:creationId xmlns:p14="http://schemas.microsoft.com/office/powerpoint/2010/main" val="3708153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B8D2B3-5A9B-C543-FA8F-5651CC5668C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06D9D2-D32D-CD27-CDCD-A9DCC23ED3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29CCB12-7898-F023-14A7-1D18316462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50BFF1D-9346-7FE9-A490-0D7AF90A913F}"/>
              </a:ext>
            </a:extLst>
          </p:cNvPr>
          <p:cNvSpPr>
            <a:spLocks noGrp="1"/>
          </p:cNvSpPr>
          <p:nvPr>
            <p:ph type="dt" sz="half" idx="10"/>
          </p:nvPr>
        </p:nvSpPr>
        <p:spPr/>
        <p:txBody>
          <a:bodyPr/>
          <a:lstStyle/>
          <a:p>
            <a:r>
              <a:rPr kumimoji="1" lang="en-US" altLang="ja-JP"/>
              <a:t>2026/07/09</a:t>
            </a:r>
            <a:endParaRPr kumimoji="1" lang="ja-JP" altLang="en-US"/>
          </a:p>
        </p:txBody>
      </p:sp>
      <p:sp>
        <p:nvSpPr>
          <p:cNvPr id="6" name="フッター プレースホルダー 5">
            <a:extLst>
              <a:ext uri="{FF2B5EF4-FFF2-40B4-BE49-F238E27FC236}">
                <a16:creationId xmlns:a16="http://schemas.microsoft.com/office/drawing/2014/main" id="{DD893B29-5753-79F6-7E94-5DFD18D7F18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DDA7002-69FE-472F-F8E9-C3D232D99D5E}"/>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322387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D9927-3659-9237-5982-0FBBF690B74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DB3C9E-7171-6E74-31CB-E6FD08872E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86A5A8E-DCF0-C1F2-E2D7-005BC4439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6B2E0A1-8832-0959-326B-EC660E9EFCD6}"/>
              </a:ext>
            </a:extLst>
          </p:cNvPr>
          <p:cNvSpPr>
            <a:spLocks noGrp="1"/>
          </p:cNvSpPr>
          <p:nvPr>
            <p:ph type="dt" sz="half" idx="10"/>
          </p:nvPr>
        </p:nvSpPr>
        <p:spPr/>
        <p:txBody>
          <a:bodyPr/>
          <a:lstStyle/>
          <a:p>
            <a:r>
              <a:rPr kumimoji="1" lang="en-US" altLang="ja-JP"/>
              <a:t>2026/07/09</a:t>
            </a:r>
            <a:endParaRPr kumimoji="1" lang="ja-JP" altLang="en-US"/>
          </a:p>
        </p:txBody>
      </p:sp>
      <p:sp>
        <p:nvSpPr>
          <p:cNvPr id="6" name="フッター プレースホルダー 5">
            <a:extLst>
              <a:ext uri="{FF2B5EF4-FFF2-40B4-BE49-F238E27FC236}">
                <a16:creationId xmlns:a16="http://schemas.microsoft.com/office/drawing/2014/main" id="{87BDAC29-B1ED-21D0-EADC-190A291CE6F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AEFBFE-B178-C771-6246-0D8A314B9082}"/>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994872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3895A9-496B-403B-E5DD-3C320D46A12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D49440-4D91-DECE-7EE9-DE44F708008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4906DC-725B-5084-0F49-E85C0F7F9941}"/>
              </a:ext>
            </a:extLst>
          </p:cNvPr>
          <p:cNvSpPr>
            <a:spLocks noGrp="1"/>
          </p:cNvSpPr>
          <p:nvPr>
            <p:ph type="dt" sz="half" idx="10"/>
          </p:nvPr>
        </p:nvSpPr>
        <p:spPr/>
        <p:txBody>
          <a:bodyPr/>
          <a:lstStyle/>
          <a:p>
            <a:r>
              <a:rPr kumimoji="1" lang="en-US" altLang="ja-JP"/>
              <a:t>2026/07/09</a:t>
            </a:r>
            <a:endParaRPr kumimoji="1" lang="ja-JP" altLang="en-US"/>
          </a:p>
        </p:txBody>
      </p:sp>
      <p:sp>
        <p:nvSpPr>
          <p:cNvPr id="5" name="フッター プレースホルダー 4">
            <a:extLst>
              <a:ext uri="{FF2B5EF4-FFF2-40B4-BE49-F238E27FC236}">
                <a16:creationId xmlns:a16="http://schemas.microsoft.com/office/drawing/2014/main" id="{756E148A-FFB8-0C91-E566-F155777130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A84F68-D347-184F-D4CF-3C992D762178}"/>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1578470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43D94E9-3769-B5E8-A90E-14BC8EFD122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443F5FB-15A4-C50D-685E-3C3B2358D96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36C4214-654D-A818-B1DB-6C6C6C6F2089}"/>
              </a:ext>
            </a:extLst>
          </p:cNvPr>
          <p:cNvSpPr>
            <a:spLocks noGrp="1"/>
          </p:cNvSpPr>
          <p:nvPr>
            <p:ph type="dt" sz="half" idx="10"/>
          </p:nvPr>
        </p:nvSpPr>
        <p:spPr/>
        <p:txBody>
          <a:bodyPr/>
          <a:lstStyle/>
          <a:p>
            <a:r>
              <a:rPr kumimoji="1" lang="en-US" altLang="ja-JP"/>
              <a:t>2026/07/09</a:t>
            </a:r>
            <a:endParaRPr kumimoji="1" lang="ja-JP" altLang="en-US"/>
          </a:p>
        </p:txBody>
      </p:sp>
      <p:sp>
        <p:nvSpPr>
          <p:cNvPr id="5" name="フッター プレースホルダー 4">
            <a:extLst>
              <a:ext uri="{FF2B5EF4-FFF2-40B4-BE49-F238E27FC236}">
                <a16:creationId xmlns:a16="http://schemas.microsoft.com/office/drawing/2014/main" id="{0A7127B3-6DCE-8740-ED30-E749D14773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7BC46B-CFCD-1230-3998-E2B659F3C71D}"/>
              </a:ext>
            </a:extLst>
          </p:cNvPr>
          <p:cNvSpPr>
            <a:spLocks noGrp="1"/>
          </p:cNvSpPr>
          <p:nvPr>
            <p:ph type="sldNum" sz="quarter" idx="12"/>
          </p:nvPr>
        </p:nvSpPr>
        <p:spPr/>
        <p:txBody>
          <a:bodyPr/>
          <a:lstStyle/>
          <a:p>
            <a:fld id="{4E9148DC-F7ED-4428-85F4-2C78C4B0CFB7}" type="slidenum">
              <a:rPr kumimoji="1" lang="ja-JP" altLang="en-US" smtClean="0"/>
              <a:t>‹#›</a:t>
            </a:fld>
            <a:endParaRPr kumimoji="1" lang="ja-JP" altLang="en-US"/>
          </a:p>
        </p:txBody>
      </p:sp>
    </p:spTree>
    <p:extLst>
      <p:ext uri="{BB962C8B-B14F-4D97-AF65-F5344CB8AC3E}">
        <p14:creationId xmlns:p14="http://schemas.microsoft.com/office/powerpoint/2010/main" val="2032178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CC936AC-3FFF-8775-C62F-4041007247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A9C96A-11EB-7A1E-8735-858FA35995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9AF5C6-1B15-13A6-01C5-2D834E3A6B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kumimoji="1" lang="en-US" altLang="ja-JP"/>
              <a:t>2026/07/09</a:t>
            </a:r>
            <a:endParaRPr kumimoji="1" lang="ja-JP" altLang="en-US"/>
          </a:p>
        </p:txBody>
      </p:sp>
      <p:sp>
        <p:nvSpPr>
          <p:cNvPr id="5" name="フッター プレースホルダー 4">
            <a:extLst>
              <a:ext uri="{FF2B5EF4-FFF2-40B4-BE49-F238E27FC236}">
                <a16:creationId xmlns:a16="http://schemas.microsoft.com/office/drawing/2014/main" id="{19CFF0B4-5A59-C4BF-197B-BACB4543F2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1BF0E4F-1DA4-8BC5-00B4-D82135D366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9148DC-F7ED-4428-85F4-2C78C4B0CFB7}" type="slidenum">
              <a:rPr kumimoji="1" lang="ja-JP" altLang="en-US" smtClean="0"/>
              <a:pPr/>
              <a:t>‹#›</a:t>
            </a:fld>
            <a:endParaRPr lang="ja-JP" altLang="en-US"/>
          </a:p>
        </p:txBody>
      </p:sp>
    </p:spTree>
    <p:extLst>
      <p:ext uri="{BB962C8B-B14F-4D97-AF65-F5344CB8AC3E}">
        <p14:creationId xmlns:p14="http://schemas.microsoft.com/office/powerpoint/2010/main" val="3355684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9" name="Group 9"/>
          <p:cNvGrpSpPr/>
          <p:nvPr/>
        </p:nvGrpSpPr>
        <p:grpSpPr>
          <a:xfrm>
            <a:off x="488325" y="1056976"/>
            <a:ext cx="77855" cy="2372024"/>
            <a:chOff x="0" y="0"/>
            <a:chExt cx="30757" cy="937096"/>
          </a:xfrm>
        </p:grpSpPr>
        <p:sp>
          <p:nvSpPr>
            <p:cNvPr id="10" name="Freeform 10"/>
            <p:cNvSpPr/>
            <p:nvPr/>
          </p:nvSpPr>
          <p:spPr>
            <a:xfrm>
              <a:off x="0" y="0"/>
              <a:ext cx="30757" cy="937096"/>
            </a:xfrm>
            <a:custGeom>
              <a:avLst/>
              <a:gdLst/>
              <a:ahLst/>
              <a:cxnLst/>
              <a:rect l="l" t="t" r="r" b="b"/>
              <a:pathLst>
                <a:path w="30757" h="937096">
                  <a:moveTo>
                    <a:pt x="0" y="0"/>
                  </a:moveTo>
                  <a:lnTo>
                    <a:pt x="30757" y="0"/>
                  </a:lnTo>
                  <a:lnTo>
                    <a:pt x="30757" y="937096"/>
                  </a:lnTo>
                  <a:lnTo>
                    <a:pt x="0" y="937096"/>
                  </a:lnTo>
                  <a:close/>
                </a:path>
              </a:pathLst>
            </a:custGeom>
            <a:gradFill rotWithShape="1">
              <a:gsLst>
                <a:gs pos="0">
                  <a:srgbClr val="53476B">
                    <a:alpha val="100000"/>
                  </a:srgbClr>
                </a:gs>
                <a:gs pos="100000">
                  <a:srgbClr val="A098B0">
                    <a:alpha val="100000"/>
                  </a:srgbClr>
                </a:gs>
              </a:gsLst>
              <a:lin ang="2700000"/>
            </a:gradFill>
          </p:spPr>
          <p:txBody>
            <a:bodyPr/>
            <a:lstStyle/>
            <a:p>
              <a:endParaRPr lang="ja-JP" altLang="en-US" sz="1200">
                <a:solidFill>
                  <a:srgbClr val="FF0000"/>
                </a:solidFill>
              </a:endParaRPr>
            </a:p>
          </p:txBody>
        </p:sp>
        <p:sp>
          <p:nvSpPr>
            <p:cNvPr id="11" name="TextBox 11"/>
            <p:cNvSpPr txBox="1"/>
            <p:nvPr/>
          </p:nvSpPr>
          <p:spPr>
            <a:xfrm>
              <a:off x="0" y="-219075"/>
              <a:ext cx="30757" cy="1156171"/>
            </a:xfrm>
            <a:prstGeom prst="rect">
              <a:avLst/>
            </a:prstGeom>
          </p:spPr>
          <p:txBody>
            <a:bodyPr lIns="33867" tIns="33867" rIns="33867" bIns="33867" rtlCol="0" anchor="ctr"/>
            <a:lstStyle/>
            <a:p>
              <a:pPr algn="ctr">
                <a:lnSpc>
                  <a:spcPts val="1773"/>
                </a:lnSpc>
                <a:spcBef>
                  <a:spcPct val="0"/>
                </a:spcBef>
              </a:pPr>
              <a:endParaRPr sz="1200">
                <a:solidFill>
                  <a:srgbClr val="FF0000"/>
                </a:solidFill>
              </a:endParaRPr>
            </a:p>
          </p:txBody>
        </p:sp>
      </p:grpSp>
      <p:sp>
        <p:nvSpPr>
          <p:cNvPr id="15" name="TextBox 13">
            <a:extLst>
              <a:ext uri="{FF2B5EF4-FFF2-40B4-BE49-F238E27FC236}">
                <a16:creationId xmlns:a16="http://schemas.microsoft.com/office/drawing/2014/main" id="{2CCBD6C7-49D5-D176-2DE3-5D71E30E3F8B}"/>
              </a:ext>
            </a:extLst>
          </p:cNvPr>
          <p:cNvSpPr txBox="1"/>
          <p:nvPr/>
        </p:nvSpPr>
        <p:spPr>
          <a:xfrm>
            <a:off x="815764" y="2399872"/>
            <a:ext cx="10052069" cy="975267"/>
          </a:xfrm>
          <a:prstGeom prst="rect">
            <a:avLst/>
          </a:prstGeom>
        </p:spPr>
        <p:txBody>
          <a:bodyPr lIns="0" tIns="0" rIns="0" bIns="0" rtlCol="0" anchor="t">
            <a:spAutoFit/>
          </a:bodyPr>
          <a:lstStyle/>
          <a:p>
            <a:pPr>
              <a:lnSpc>
                <a:spcPts val="7467"/>
              </a:lnSpc>
            </a:pPr>
            <a:r>
              <a:rPr lang="en-US" altLang="ja-JP" sz="6600" b="1" spc="267" dirty="0">
                <a:latin typeface="メイリオ" panose="020B0604030504040204" pitchFamily="50" charset="-128"/>
                <a:ea typeface="メイリオ" panose="020B0604030504040204" pitchFamily="50" charset="-128"/>
                <a:cs typeface="ロダン EB"/>
                <a:sym typeface="ロダン EB"/>
              </a:rPr>
              <a:t>Cookie</a:t>
            </a:r>
            <a:endParaRPr lang="en-US" sz="6600" b="1" spc="267" dirty="0">
              <a:latin typeface="メイリオ" panose="020B0604030504040204" pitchFamily="50" charset="-128"/>
              <a:ea typeface="メイリオ" panose="020B0604030504040204" pitchFamily="50" charset="-128"/>
              <a:cs typeface="ロダン EB"/>
              <a:sym typeface="ロダン EB"/>
            </a:endParaRPr>
          </a:p>
        </p:txBody>
      </p:sp>
      <p:sp>
        <p:nvSpPr>
          <p:cNvPr id="16" name="AutoShape 2">
            <a:extLst>
              <a:ext uri="{FF2B5EF4-FFF2-40B4-BE49-F238E27FC236}">
                <a16:creationId xmlns:a16="http://schemas.microsoft.com/office/drawing/2014/main" id="{D443C74C-8177-F5D5-9A58-25B1837CE972}"/>
              </a:ext>
            </a:extLst>
          </p:cNvPr>
          <p:cNvSpPr/>
          <p:nvPr/>
        </p:nvSpPr>
        <p:spPr>
          <a:xfrm flipV="1">
            <a:off x="-143913" y="3429000"/>
            <a:ext cx="12457834" cy="0"/>
          </a:xfrm>
          <a:prstGeom prst="line">
            <a:avLst/>
          </a:prstGeom>
          <a:ln w="19050" cap="flat">
            <a:solidFill>
              <a:srgbClr val="53476B"/>
            </a:solidFill>
            <a:prstDash val="solid"/>
            <a:headEnd type="none" w="sm" len="sm"/>
            <a:tailEnd type="none" w="sm" len="sm"/>
          </a:ln>
        </p:spPr>
        <p:txBody>
          <a:bodyPr/>
          <a:lstStyle/>
          <a:p>
            <a:endParaRPr lang="ja-JP" altLang="en-US" sz="1200" dirty="0"/>
          </a:p>
        </p:txBody>
      </p:sp>
      <p:sp>
        <p:nvSpPr>
          <p:cNvPr id="18" name="TextBox 13">
            <a:extLst>
              <a:ext uri="{FF2B5EF4-FFF2-40B4-BE49-F238E27FC236}">
                <a16:creationId xmlns:a16="http://schemas.microsoft.com/office/drawing/2014/main" id="{0440E4C6-3CDA-716E-DA2B-613F0D78059F}"/>
              </a:ext>
            </a:extLst>
          </p:cNvPr>
          <p:cNvSpPr txBox="1"/>
          <p:nvPr/>
        </p:nvSpPr>
        <p:spPr>
          <a:xfrm>
            <a:off x="8688457" y="3181822"/>
            <a:ext cx="3800402" cy="829073"/>
          </a:xfrm>
          <a:prstGeom prst="rect">
            <a:avLst/>
          </a:prstGeom>
        </p:spPr>
        <p:txBody>
          <a:bodyPr wrap="square" lIns="0" tIns="0" rIns="0" bIns="0" rtlCol="0" anchor="t">
            <a:spAutoFit/>
          </a:bodyPr>
          <a:lstStyle/>
          <a:p>
            <a:pPr>
              <a:lnSpc>
                <a:spcPts val="7467"/>
              </a:lnSpc>
            </a:pPr>
            <a:r>
              <a:rPr lang="en-US" altLang="ja-JP" sz="2800" b="1" spc="267" dirty="0">
                <a:latin typeface="メイリオ" panose="020B0604030504040204" pitchFamily="50" charset="-128"/>
                <a:ea typeface="メイリオ" panose="020B0604030504040204" pitchFamily="50" charset="-128"/>
                <a:cs typeface="Arial" panose="020B0604020202020204" pitchFamily="34" charset="0"/>
                <a:sym typeface="ロダン EB"/>
              </a:rPr>
              <a:t>6323122</a:t>
            </a:r>
            <a:r>
              <a:rPr lang="ja-JP" altLang="en-US" sz="2800" b="1" spc="267" dirty="0">
                <a:latin typeface="メイリオ" panose="020B0604030504040204" pitchFamily="50" charset="-128"/>
                <a:ea typeface="メイリオ" panose="020B0604030504040204" pitchFamily="50" charset="-128"/>
                <a:cs typeface="ロダン EB"/>
                <a:sym typeface="ロダン EB"/>
              </a:rPr>
              <a:t> 松本 鋭</a:t>
            </a:r>
            <a:endParaRPr lang="en-US" sz="2800" b="1" spc="267" dirty="0">
              <a:latin typeface="メイリオ" panose="020B0604030504040204" pitchFamily="50" charset="-128"/>
              <a:ea typeface="メイリオ" panose="020B0604030504040204" pitchFamily="50" charset="-128"/>
              <a:cs typeface="ロダン EB"/>
              <a:sym typeface="ロダン EB"/>
            </a:endParaRPr>
          </a:p>
        </p:txBody>
      </p:sp>
      <p:sp>
        <p:nvSpPr>
          <p:cNvPr id="3" name="日付プレースホルダー 2">
            <a:extLst>
              <a:ext uri="{FF2B5EF4-FFF2-40B4-BE49-F238E27FC236}">
                <a16:creationId xmlns:a16="http://schemas.microsoft.com/office/drawing/2014/main" id="{5111A2EA-8984-C5B4-9799-0363BF0B7FDC}"/>
              </a:ext>
            </a:extLst>
          </p:cNvPr>
          <p:cNvSpPr>
            <a:spLocks noGrp="1"/>
          </p:cNvSpPr>
          <p:nvPr>
            <p:ph type="dt" sz="half" idx="10"/>
          </p:nvPr>
        </p:nvSpPr>
        <p:spPr/>
        <p:txBody>
          <a:bodyPr/>
          <a:lstStyle/>
          <a:p>
            <a:r>
              <a:rPr kumimoji="1" lang="en-US" altLang="ja-JP"/>
              <a:t>2026/07/09</a:t>
            </a:r>
            <a:endParaRPr kumimoji="1" lang="ja-JP" altLang="en-US" dirty="0"/>
          </a:p>
        </p:txBody>
      </p:sp>
      <p:sp>
        <p:nvSpPr>
          <p:cNvPr id="4" name="スライド番号プレースホルダー 3">
            <a:extLst>
              <a:ext uri="{FF2B5EF4-FFF2-40B4-BE49-F238E27FC236}">
                <a16:creationId xmlns:a16="http://schemas.microsoft.com/office/drawing/2014/main" id="{F4071619-0FEA-1EB3-F935-7814361C8240}"/>
              </a:ext>
            </a:extLst>
          </p:cNvPr>
          <p:cNvSpPr>
            <a:spLocks noGrp="1"/>
          </p:cNvSpPr>
          <p:nvPr>
            <p:ph type="sldNum" sz="quarter" idx="12"/>
          </p:nvPr>
        </p:nvSpPr>
        <p:spPr/>
        <p:txBody>
          <a:bodyPr/>
          <a:lstStyle/>
          <a:p>
            <a:fld id="{4E9148DC-F7ED-4428-85F4-2C78C4B0CFB7}" type="slidenum">
              <a:rPr kumimoji="1" lang="ja-JP" altLang="en-US" smtClean="0"/>
              <a:t>1</a:t>
            </a:fld>
            <a:endParaRPr kumimoji="1" lang="ja-JP" altLang="en-US" dirty="0"/>
          </a:p>
        </p:txBody>
      </p:sp>
    </p:spTree>
    <p:extLst>
      <p:ext uri="{BB962C8B-B14F-4D97-AF65-F5344CB8AC3E}">
        <p14:creationId xmlns:p14="http://schemas.microsoft.com/office/powerpoint/2010/main" val="2234906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6DF5-B3E1-A6C9-24F2-E4B646B720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B6153ED-FB9E-4CB1-AA4F-5D328A14D094}"/>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48A9A3D6-6D3C-8185-A96D-757B808D1F17}"/>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507CB326-1FC5-3A07-C0A0-A4980421813C}"/>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E3C47ED0-AE83-C4A2-0E4E-E7A1947B9849}"/>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9D5F6ED5-DE11-4CBA-E9CF-DAF3EB87ECE3}"/>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26" name="TextBox 13">
            <a:extLst>
              <a:ext uri="{FF2B5EF4-FFF2-40B4-BE49-F238E27FC236}">
                <a16:creationId xmlns:a16="http://schemas.microsoft.com/office/drawing/2014/main" id="{8D8957E9-F646-53B1-73A4-D195592E544F}"/>
              </a:ext>
            </a:extLst>
          </p:cNvPr>
          <p:cNvSpPr txBox="1"/>
          <p:nvPr/>
        </p:nvSpPr>
        <p:spPr>
          <a:xfrm>
            <a:off x="1147976" y="295790"/>
            <a:ext cx="4780384" cy="617477"/>
          </a:xfrm>
          <a:prstGeom prst="rect">
            <a:avLst/>
          </a:prstGeom>
        </p:spPr>
        <p:txBody>
          <a:bodyPr wrap="square" lIns="0" tIns="0" rIns="0" bIns="0" rtlCol="0" anchor="t">
            <a:spAutoFit/>
          </a:bodyPr>
          <a:lstStyle/>
          <a:p>
            <a:pPr>
              <a:lnSpc>
                <a:spcPts val="4546"/>
              </a:lnSpc>
            </a:pP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目次</a:t>
            </a:r>
            <a:endParaRPr lang="en-US" sz="48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7" name="日付プレースホルダー 6">
            <a:extLst>
              <a:ext uri="{FF2B5EF4-FFF2-40B4-BE49-F238E27FC236}">
                <a16:creationId xmlns:a16="http://schemas.microsoft.com/office/drawing/2014/main" id="{ED637DAD-9553-79EB-6744-09D61C975990}"/>
              </a:ext>
            </a:extLst>
          </p:cNvPr>
          <p:cNvSpPr>
            <a:spLocks noGrp="1"/>
          </p:cNvSpPr>
          <p:nvPr>
            <p:ph type="dt" sz="half" idx="10"/>
          </p:nvPr>
        </p:nvSpPr>
        <p:spPr/>
        <p:txBody>
          <a:bodyPr/>
          <a:lstStyle/>
          <a:p>
            <a:r>
              <a:rPr kumimoji="1" lang="en-US" altLang="ja-JP"/>
              <a:t>2026/07/09</a:t>
            </a:r>
            <a:endParaRPr kumimoji="1" lang="ja-JP" altLang="en-US"/>
          </a:p>
        </p:txBody>
      </p:sp>
      <p:sp>
        <p:nvSpPr>
          <p:cNvPr id="8" name="スライド番号プレースホルダー 7">
            <a:extLst>
              <a:ext uri="{FF2B5EF4-FFF2-40B4-BE49-F238E27FC236}">
                <a16:creationId xmlns:a16="http://schemas.microsoft.com/office/drawing/2014/main" id="{949A92B4-CE1D-D72E-E324-1B834EBC43A4}"/>
              </a:ext>
            </a:extLst>
          </p:cNvPr>
          <p:cNvSpPr>
            <a:spLocks noGrp="1"/>
          </p:cNvSpPr>
          <p:nvPr>
            <p:ph type="sldNum" sz="quarter" idx="12"/>
          </p:nvPr>
        </p:nvSpPr>
        <p:spPr/>
        <p:txBody>
          <a:bodyPr/>
          <a:lstStyle/>
          <a:p>
            <a:fld id="{4E9148DC-F7ED-4428-85F4-2C78C4B0CFB7}" type="slidenum">
              <a:rPr kumimoji="1" lang="ja-JP" altLang="en-US" smtClean="0"/>
              <a:t>2</a:t>
            </a:fld>
            <a:endParaRPr kumimoji="1" lang="ja-JP" altLang="en-US"/>
          </a:p>
        </p:txBody>
      </p:sp>
      <p:sp>
        <p:nvSpPr>
          <p:cNvPr id="9" name="Shape 4"/>
          <p:cNvSpPr/>
          <p:nvPr/>
        </p:nvSpPr>
        <p:spPr>
          <a:xfrm>
            <a:off x="1147978" y="2030751"/>
            <a:ext cx="5040000" cy="0"/>
          </a:xfrm>
          <a:prstGeom prst="rect">
            <a:avLst/>
          </a:prstGeom>
          <a:solidFill>
            <a:srgbClr val="53476B"/>
          </a:solidFill>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10" name="Text 5"/>
          <p:cNvSpPr/>
          <p:nvPr/>
        </p:nvSpPr>
        <p:spPr>
          <a:xfrm>
            <a:off x="1147978" y="1680229"/>
            <a:ext cx="4254671" cy="288357"/>
          </a:xfrm>
          <a:prstGeom prst="rect">
            <a:avLst/>
          </a:prstGeom>
          <a:noFill/>
          <a:ln/>
        </p:spPr>
        <p:txBody>
          <a:bodyPr wrap="square" lIns="16933" tIns="16933" rIns="16933" bIns="16933" rtlCol="0" anchor="t">
            <a:noAutofit/>
          </a:bodyPr>
          <a:lstStyle/>
          <a:p>
            <a:r>
              <a:rPr lang="en-US" b="1" kern="0" spc="198" dirty="0">
                <a:solidFill>
                  <a:srgbClr val="53476B"/>
                </a:solidFill>
                <a:latin typeface="メイリオ" panose="020B0604030504040204" pitchFamily="50" charset="-128"/>
                <a:ea typeface="メイリオ" panose="020B0604030504040204" pitchFamily="50" charset="-128"/>
                <a:cs typeface="Arial" pitchFamily="34" charset="-120"/>
              </a:rPr>
              <a:t>PART 1 — </a:t>
            </a:r>
            <a:r>
              <a:rPr lang="en-US" b="1" kern="0" spc="198" dirty="0" err="1">
                <a:solidFill>
                  <a:srgbClr val="53476B"/>
                </a:solidFill>
                <a:latin typeface="メイリオ" panose="020B0604030504040204" pitchFamily="50" charset="-128"/>
                <a:ea typeface="メイリオ" panose="020B0604030504040204" pitchFamily="50" charset="-128"/>
                <a:cs typeface="Arial" pitchFamily="34" charset="-120"/>
              </a:rPr>
              <a:t>Cookieを知る</a:t>
            </a:r>
            <a:endParaRPr lang="en-US" dirty="0">
              <a:latin typeface="メイリオ" panose="020B0604030504040204" pitchFamily="50" charset="-128"/>
              <a:ea typeface="メイリオ" panose="020B0604030504040204" pitchFamily="50" charset="-128"/>
            </a:endParaRPr>
          </a:p>
        </p:txBody>
      </p:sp>
      <p:sp>
        <p:nvSpPr>
          <p:cNvPr id="19" name="Shape 14"/>
          <p:cNvSpPr/>
          <p:nvPr/>
        </p:nvSpPr>
        <p:spPr>
          <a:xfrm>
            <a:off x="6608978" y="2030751"/>
            <a:ext cx="5040000" cy="0"/>
          </a:xfrm>
          <a:prstGeom prst="rect">
            <a:avLst/>
          </a:prstGeom>
          <a:solidFill>
            <a:srgbClr val="53476B"/>
          </a:solidFill>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20" name="Text 15"/>
          <p:cNvSpPr/>
          <p:nvPr/>
        </p:nvSpPr>
        <p:spPr>
          <a:xfrm>
            <a:off x="6608978" y="1680159"/>
            <a:ext cx="4991100" cy="300566"/>
          </a:xfrm>
          <a:prstGeom prst="rect">
            <a:avLst/>
          </a:prstGeom>
          <a:noFill/>
          <a:ln/>
        </p:spPr>
        <p:txBody>
          <a:bodyPr wrap="square" lIns="16933" tIns="16933" rIns="16933" bIns="16933" rtlCol="0" anchor="t">
            <a:noAutofit/>
          </a:bodyPr>
          <a:lstStyle/>
          <a:p>
            <a:r>
              <a:rPr lang="en-US" b="1" kern="0" spc="198" dirty="0">
                <a:solidFill>
                  <a:srgbClr val="53476B"/>
                </a:solidFill>
                <a:latin typeface="メイリオ" panose="020B0604030504040204" pitchFamily="50" charset="-128"/>
                <a:ea typeface="メイリオ" panose="020B0604030504040204" pitchFamily="50" charset="-128"/>
                <a:cs typeface="Arial" pitchFamily="34" charset="-120"/>
              </a:rPr>
              <a:t>PART 2 — Cookie HEISTを作る</a:t>
            </a:r>
            <a:endParaRPr lang="en-US" dirty="0">
              <a:latin typeface="メイリオ" panose="020B0604030504040204" pitchFamily="50" charset="-128"/>
              <a:ea typeface="メイリオ" panose="020B0604030504040204" pitchFamily="50" charset="-128"/>
            </a:endParaRPr>
          </a:p>
        </p:txBody>
      </p:sp>
      <p:sp>
        <p:nvSpPr>
          <p:cNvPr id="31" name="Shape 24"/>
          <p:cNvSpPr/>
          <p:nvPr/>
        </p:nvSpPr>
        <p:spPr>
          <a:xfrm>
            <a:off x="1147978" y="4760390"/>
            <a:ext cx="5040000" cy="0"/>
          </a:xfrm>
          <a:prstGeom prst="rect">
            <a:avLst/>
          </a:prstGeom>
          <a:solidFill>
            <a:srgbClr val="53476B"/>
          </a:solidFill>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32" name="Text 25"/>
          <p:cNvSpPr/>
          <p:nvPr/>
        </p:nvSpPr>
        <p:spPr>
          <a:xfrm>
            <a:off x="1147977" y="4727656"/>
            <a:ext cx="3600000" cy="294279"/>
          </a:xfrm>
          <a:prstGeom prst="rect">
            <a:avLst/>
          </a:prstGeom>
          <a:noFill/>
          <a:ln/>
        </p:spPr>
        <p:txBody>
          <a:bodyPr wrap="square" lIns="16933" tIns="16933" rIns="16933" bIns="16933" rtlCol="0" anchor="t">
            <a:noAutofit/>
          </a:bodyPr>
          <a:lstStyle/>
          <a:p>
            <a:r>
              <a:rPr lang="en-US" b="1" kern="0" spc="198" dirty="0">
                <a:solidFill>
                  <a:srgbClr val="53476B"/>
                </a:solidFill>
                <a:latin typeface="メイリオ" panose="020B0604030504040204" pitchFamily="50" charset="-128"/>
                <a:ea typeface="メイリオ" panose="020B0604030504040204" pitchFamily="50" charset="-128"/>
                <a:cs typeface="Arial" pitchFamily="34" charset="-120"/>
              </a:rPr>
              <a:t>PART 3 — </a:t>
            </a:r>
            <a:r>
              <a:rPr lang="en-US" b="1" kern="0" spc="198" dirty="0" err="1">
                <a:solidFill>
                  <a:srgbClr val="53476B"/>
                </a:solidFill>
                <a:latin typeface="メイリオ" panose="020B0604030504040204" pitchFamily="50" charset="-128"/>
                <a:ea typeface="メイリオ" panose="020B0604030504040204" pitchFamily="50" charset="-128"/>
                <a:cs typeface="Arial" pitchFamily="34" charset="-120"/>
              </a:rPr>
              <a:t>Cookieを見る</a:t>
            </a:r>
            <a:endParaRPr lang="en-US" dirty="0">
              <a:latin typeface="メイリオ" panose="020B0604030504040204" pitchFamily="50" charset="-128"/>
              <a:ea typeface="メイリオ" panose="020B0604030504040204" pitchFamily="50" charset="-128"/>
            </a:endParaRPr>
          </a:p>
        </p:txBody>
      </p:sp>
      <p:sp>
        <p:nvSpPr>
          <p:cNvPr id="37" name="Shape 30"/>
          <p:cNvSpPr/>
          <p:nvPr/>
        </p:nvSpPr>
        <p:spPr>
          <a:xfrm>
            <a:off x="6608978" y="4291351"/>
            <a:ext cx="5040000" cy="0"/>
          </a:xfrm>
          <a:prstGeom prst="rect">
            <a:avLst/>
          </a:prstGeom>
          <a:solidFill>
            <a:srgbClr val="53476B"/>
          </a:solidFill>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38" name="Text 31"/>
          <p:cNvSpPr/>
          <p:nvPr/>
        </p:nvSpPr>
        <p:spPr>
          <a:xfrm>
            <a:off x="6608978" y="4727656"/>
            <a:ext cx="3124201" cy="294673"/>
          </a:xfrm>
          <a:prstGeom prst="rect">
            <a:avLst/>
          </a:prstGeom>
          <a:noFill/>
          <a:ln/>
        </p:spPr>
        <p:txBody>
          <a:bodyPr wrap="square" lIns="16933" tIns="16933" rIns="16933" bIns="16933" rtlCol="0" anchor="t">
            <a:noAutofit/>
          </a:bodyPr>
          <a:lstStyle/>
          <a:p>
            <a:r>
              <a:rPr lang="en-US" b="1" kern="0" spc="198" dirty="0">
                <a:solidFill>
                  <a:srgbClr val="53476B"/>
                </a:solidFill>
                <a:latin typeface="メイリオ" panose="020B0604030504040204" pitchFamily="50" charset="-128"/>
                <a:ea typeface="メイリオ" panose="020B0604030504040204" pitchFamily="50" charset="-128"/>
                <a:cs typeface="Arial" pitchFamily="34" charset="-120"/>
              </a:rPr>
              <a:t>PART 4 — まとめ</a:t>
            </a:r>
            <a:endParaRPr lang="en-US" dirty="0">
              <a:latin typeface="メイリオ" panose="020B0604030504040204" pitchFamily="50" charset="-128"/>
              <a:ea typeface="メイリオ" panose="020B0604030504040204" pitchFamily="50" charset="-128"/>
            </a:endParaRPr>
          </a:p>
        </p:txBody>
      </p:sp>
      <p:sp>
        <p:nvSpPr>
          <p:cNvPr id="41" name="TextBox 28">
            <a:extLst>
              <a:ext uri="{FF2B5EF4-FFF2-40B4-BE49-F238E27FC236}">
                <a16:creationId xmlns:a16="http://schemas.microsoft.com/office/drawing/2014/main" id="{B4EB9724-A96C-AB1A-CFF1-B1DCDC58F0CE}"/>
              </a:ext>
            </a:extLst>
          </p:cNvPr>
          <p:cNvSpPr txBox="1"/>
          <p:nvPr/>
        </p:nvSpPr>
        <p:spPr>
          <a:xfrm>
            <a:off x="1785062" y="2141308"/>
            <a:ext cx="3599998" cy="3385542"/>
          </a:xfrm>
          <a:prstGeom prst="rect">
            <a:avLst/>
          </a:prstGeom>
        </p:spPr>
        <p:txBody>
          <a:bodyPr wrap="square" lIns="0" tIns="0" rIns="0" bIns="0" rtlCol="0" anchor="t">
            <a:spAutoFit/>
          </a:bodyPr>
          <a:lstStyle/>
          <a:p>
            <a:pPr>
              <a:lnSpc>
                <a:spcPts val="2200"/>
              </a:lnSpc>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はじめに</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latin typeface="メイリオ" panose="020B0604030504040204" pitchFamily="50" charset="-128"/>
                <a:ea typeface="メイリオ" panose="020B0604030504040204" pitchFamily="50" charset="-128"/>
                <a:cs typeface="Noto Sans JP Bold"/>
                <a:sym typeface="Noto Sans JP Bold"/>
              </a:rPr>
              <a:t>Cookie</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とは</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latin typeface="メイリオ" panose="020B0604030504040204" pitchFamily="50" charset="-128"/>
                <a:ea typeface="メイリオ" panose="020B0604030504040204" pitchFamily="50" charset="-128"/>
                <a:cs typeface="Noto Sans JP Bold"/>
                <a:sym typeface="Noto Sans JP Bold"/>
              </a:rPr>
              <a:t>Cookie</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の仕組み</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latin typeface="メイリオ" panose="020B0604030504040204" pitchFamily="50" charset="-128"/>
                <a:ea typeface="メイリオ" panose="020B0604030504040204" pitchFamily="50" charset="-128"/>
                <a:cs typeface="Noto Sans JP Bold"/>
                <a:sym typeface="Noto Sans JP Bold"/>
              </a:rPr>
              <a:t>Cookie</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の属性とセキュリティ</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16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デモ</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p:txBody>
      </p:sp>
      <p:sp>
        <p:nvSpPr>
          <p:cNvPr id="43" name="TextBox 28">
            <a:extLst>
              <a:ext uri="{FF2B5EF4-FFF2-40B4-BE49-F238E27FC236}">
                <a16:creationId xmlns:a16="http://schemas.microsoft.com/office/drawing/2014/main" id="{EE9C9952-B11C-8E15-C40F-FC135E3B05D3}"/>
              </a:ext>
            </a:extLst>
          </p:cNvPr>
          <p:cNvSpPr txBox="1"/>
          <p:nvPr/>
        </p:nvSpPr>
        <p:spPr>
          <a:xfrm>
            <a:off x="1147979" y="2135789"/>
            <a:ext cx="1320800" cy="3385542"/>
          </a:xfrm>
          <a:prstGeom prst="rect">
            <a:avLst/>
          </a:prstGeom>
        </p:spPr>
        <p:txBody>
          <a:bodyPr wrap="square" lIns="0" tIns="0" rIns="0" bIns="0" rtlCol="0" anchor="t">
            <a:spAutoFit/>
          </a:bodyPr>
          <a:lstStyle/>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01</a:t>
            </a: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02</a:t>
            </a: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03</a:t>
            </a: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04</a:t>
            </a: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16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09</a:t>
            </a:r>
          </a:p>
        </p:txBody>
      </p:sp>
      <p:sp>
        <p:nvSpPr>
          <p:cNvPr id="44" name="TextBox 28">
            <a:extLst>
              <a:ext uri="{FF2B5EF4-FFF2-40B4-BE49-F238E27FC236}">
                <a16:creationId xmlns:a16="http://schemas.microsoft.com/office/drawing/2014/main" id="{0C35F843-4ACF-AFB3-45C8-B23116EB74F1}"/>
              </a:ext>
            </a:extLst>
          </p:cNvPr>
          <p:cNvSpPr txBox="1"/>
          <p:nvPr/>
        </p:nvSpPr>
        <p:spPr>
          <a:xfrm>
            <a:off x="6639543" y="2129828"/>
            <a:ext cx="1320800" cy="3385542"/>
          </a:xfrm>
          <a:prstGeom prst="rect">
            <a:avLst/>
          </a:prstGeom>
        </p:spPr>
        <p:txBody>
          <a:bodyPr wrap="square" lIns="0" tIns="0" rIns="0" bIns="0" rtlCol="0" anchor="t">
            <a:spAutoFit/>
          </a:bodyPr>
          <a:lstStyle/>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05</a:t>
            </a: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06</a:t>
            </a: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07</a:t>
            </a: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08</a:t>
            </a: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1600"/>
              </a:lnSpc>
            </a:pPr>
            <a:endPar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11</a:t>
            </a:r>
          </a:p>
        </p:txBody>
      </p:sp>
      <p:sp>
        <p:nvSpPr>
          <p:cNvPr id="45" name="TextBox 28">
            <a:extLst>
              <a:ext uri="{FF2B5EF4-FFF2-40B4-BE49-F238E27FC236}">
                <a16:creationId xmlns:a16="http://schemas.microsoft.com/office/drawing/2014/main" id="{9707F3D6-AFCB-4D6E-7543-29B5EB64F275}"/>
              </a:ext>
            </a:extLst>
          </p:cNvPr>
          <p:cNvSpPr txBox="1"/>
          <p:nvPr/>
        </p:nvSpPr>
        <p:spPr>
          <a:xfrm>
            <a:off x="7276627" y="2141308"/>
            <a:ext cx="4402916" cy="3385542"/>
          </a:xfrm>
          <a:prstGeom prst="rect">
            <a:avLst/>
          </a:prstGeom>
        </p:spPr>
        <p:txBody>
          <a:bodyPr wrap="square" lIns="0" tIns="0" rIns="0" bIns="0" rtlCol="0" anchor="t">
            <a:spAutoFit/>
          </a:bodyPr>
          <a:lstStyle/>
          <a:p>
            <a:pPr>
              <a:lnSpc>
                <a:spcPts val="2200"/>
              </a:lnSpc>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アプリの概要</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システム構成</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ゲームルール</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実装ハイライト</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1600"/>
              </a:lnSpc>
            </a:pPr>
            <a:endParaRPr lang="en-US" altLang="ja-JP" b="1" spc="215" dirty="0">
              <a:latin typeface="メイリオ" panose="020B0604030504040204" pitchFamily="50" charset="-128"/>
              <a:ea typeface="メイリオ" panose="020B0604030504040204" pitchFamily="50" charset="-128"/>
              <a:cs typeface="Noto Sans JP Bold"/>
              <a:sym typeface="Noto Sans JP Bold"/>
            </a:endParaRPr>
          </a:p>
          <a:p>
            <a:pPr>
              <a:lnSpc>
                <a:spcPts val="2200"/>
              </a:lnSpc>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考察・まとめ</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p:txBody>
      </p:sp>
      <p:sp>
        <p:nvSpPr>
          <p:cNvPr id="46" name="Shape 4">
            <a:extLst>
              <a:ext uri="{FF2B5EF4-FFF2-40B4-BE49-F238E27FC236}">
                <a16:creationId xmlns:a16="http://schemas.microsoft.com/office/drawing/2014/main" id="{DE168439-CCB9-B596-6FA7-AAB66DC731A7}"/>
              </a:ext>
            </a:extLst>
          </p:cNvPr>
          <p:cNvSpPr/>
          <p:nvPr/>
        </p:nvSpPr>
        <p:spPr>
          <a:xfrm>
            <a:off x="1147976" y="1955886"/>
            <a:ext cx="4680000" cy="12700"/>
          </a:xfrm>
          <a:prstGeom prst="rect">
            <a:avLst/>
          </a:prstGeom>
          <a:solidFill>
            <a:srgbClr val="53476B"/>
          </a:solidFill>
          <a:ln/>
        </p:spPr>
        <p:txBody>
          <a:bodyPr/>
          <a:lstStyle/>
          <a:p>
            <a:endParaRPr lang="ja-JP" altLang="en-US"/>
          </a:p>
        </p:txBody>
      </p:sp>
      <p:sp>
        <p:nvSpPr>
          <p:cNvPr id="47" name="Shape 14">
            <a:extLst>
              <a:ext uri="{FF2B5EF4-FFF2-40B4-BE49-F238E27FC236}">
                <a16:creationId xmlns:a16="http://schemas.microsoft.com/office/drawing/2014/main" id="{1DB5235A-F8A9-4B50-6096-DBEB33DF4435}"/>
              </a:ext>
            </a:extLst>
          </p:cNvPr>
          <p:cNvSpPr/>
          <p:nvPr/>
        </p:nvSpPr>
        <p:spPr>
          <a:xfrm>
            <a:off x="6639543" y="1955886"/>
            <a:ext cx="4680000" cy="12700"/>
          </a:xfrm>
          <a:prstGeom prst="rect">
            <a:avLst/>
          </a:prstGeom>
          <a:solidFill>
            <a:srgbClr val="53476B"/>
          </a:solidFill>
          <a:ln/>
        </p:spPr>
        <p:txBody>
          <a:bodyPr/>
          <a:lstStyle/>
          <a:p>
            <a:endParaRPr lang="ja-JP" altLang="en-US"/>
          </a:p>
        </p:txBody>
      </p:sp>
      <p:sp>
        <p:nvSpPr>
          <p:cNvPr id="48" name="Shape 24">
            <a:extLst>
              <a:ext uri="{FF2B5EF4-FFF2-40B4-BE49-F238E27FC236}">
                <a16:creationId xmlns:a16="http://schemas.microsoft.com/office/drawing/2014/main" id="{8CE88175-6C61-5988-E143-C4E4832FF56A}"/>
              </a:ext>
            </a:extLst>
          </p:cNvPr>
          <p:cNvSpPr/>
          <p:nvPr/>
        </p:nvSpPr>
        <p:spPr>
          <a:xfrm>
            <a:off x="1117411" y="5005645"/>
            <a:ext cx="4680000" cy="12700"/>
          </a:xfrm>
          <a:prstGeom prst="rect">
            <a:avLst/>
          </a:prstGeom>
          <a:solidFill>
            <a:srgbClr val="53476B"/>
          </a:solidFill>
          <a:ln/>
        </p:spPr>
        <p:txBody>
          <a:bodyPr/>
          <a:lstStyle/>
          <a:p>
            <a:endParaRPr lang="ja-JP" altLang="en-US"/>
          </a:p>
        </p:txBody>
      </p:sp>
      <p:sp>
        <p:nvSpPr>
          <p:cNvPr id="49" name="Shape 30">
            <a:extLst>
              <a:ext uri="{FF2B5EF4-FFF2-40B4-BE49-F238E27FC236}">
                <a16:creationId xmlns:a16="http://schemas.microsoft.com/office/drawing/2014/main" id="{0B57BC97-B45E-5433-F182-46A09813B00A}"/>
              </a:ext>
            </a:extLst>
          </p:cNvPr>
          <p:cNvSpPr/>
          <p:nvPr/>
        </p:nvSpPr>
        <p:spPr>
          <a:xfrm>
            <a:off x="6608978" y="5005645"/>
            <a:ext cx="4680000" cy="12700"/>
          </a:xfrm>
          <a:prstGeom prst="rect">
            <a:avLst/>
          </a:prstGeom>
          <a:solidFill>
            <a:srgbClr val="53476B"/>
          </a:solidFill>
          <a:ln/>
        </p:spPr>
        <p:txBody>
          <a:bodyPr/>
          <a:lstStyle/>
          <a:p>
            <a:endParaRPr lang="ja-JP" altLang="en-US"/>
          </a:p>
        </p:txBody>
      </p:sp>
    </p:spTree>
    <p:extLst>
      <p:ext uri="{BB962C8B-B14F-4D97-AF65-F5344CB8AC3E}">
        <p14:creationId xmlns:p14="http://schemas.microsoft.com/office/powerpoint/2010/main" val="330942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D0943-B53C-83FE-9614-AA703218421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434EE77-24C9-B80A-1D46-FB8313754154}"/>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0D2409D6-43B2-0B1B-B86B-08FD23794FD2}"/>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EAEDD731-C6C9-1B7B-3A18-0CB42DE5DB29}"/>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E03E008A-EE29-819D-C40E-7F9480A110ED}"/>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704F6F24-8733-65BE-13BF-693606EF96BC}"/>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53" name="TextBox 13">
            <a:extLst>
              <a:ext uri="{FF2B5EF4-FFF2-40B4-BE49-F238E27FC236}">
                <a16:creationId xmlns:a16="http://schemas.microsoft.com/office/drawing/2014/main" id="{4032E17E-8686-964A-7F52-6059633FCC87}"/>
              </a:ext>
            </a:extLst>
          </p:cNvPr>
          <p:cNvSpPr txBox="1"/>
          <p:nvPr/>
        </p:nvSpPr>
        <p:spPr>
          <a:xfrm>
            <a:off x="1147976" y="295790"/>
            <a:ext cx="4780384" cy="617477"/>
          </a:xfrm>
          <a:prstGeom prst="rect">
            <a:avLst/>
          </a:prstGeom>
        </p:spPr>
        <p:txBody>
          <a:bodyPr wrap="square" lIns="0" tIns="0" rIns="0" bIns="0" rtlCol="0" anchor="t">
            <a:spAutoFit/>
          </a:bodyPr>
          <a:lstStyle/>
          <a:p>
            <a:pPr>
              <a:lnSpc>
                <a:spcPts val="4546"/>
              </a:lnSpc>
            </a:pP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はじめに</a:t>
            </a:r>
            <a:endParaRPr lang="en-US" altLang="ja-JP" sz="48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7" name="日付プレースホルダー 6">
            <a:extLst>
              <a:ext uri="{FF2B5EF4-FFF2-40B4-BE49-F238E27FC236}">
                <a16:creationId xmlns:a16="http://schemas.microsoft.com/office/drawing/2014/main" id="{8DC2838A-57ED-1FB0-1D8C-0631A6F6C442}"/>
              </a:ext>
            </a:extLst>
          </p:cNvPr>
          <p:cNvSpPr>
            <a:spLocks noGrp="1"/>
          </p:cNvSpPr>
          <p:nvPr>
            <p:ph type="dt" sz="half" idx="10"/>
          </p:nvPr>
        </p:nvSpPr>
        <p:spPr/>
        <p:txBody>
          <a:bodyPr/>
          <a:lstStyle/>
          <a:p>
            <a:r>
              <a:rPr kumimoji="1" lang="en-US" altLang="ja-JP"/>
              <a:t>2026/07/09</a:t>
            </a:r>
            <a:endParaRPr kumimoji="1" lang="ja-JP" altLang="en-US"/>
          </a:p>
        </p:txBody>
      </p:sp>
      <p:sp>
        <p:nvSpPr>
          <p:cNvPr id="8" name="スライド番号プレースホルダー 7">
            <a:extLst>
              <a:ext uri="{FF2B5EF4-FFF2-40B4-BE49-F238E27FC236}">
                <a16:creationId xmlns:a16="http://schemas.microsoft.com/office/drawing/2014/main" id="{67C966EB-136C-7E67-1E2C-A03E65431822}"/>
              </a:ext>
            </a:extLst>
          </p:cNvPr>
          <p:cNvSpPr>
            <a:spLocks noGrp="1"/>
          </p:cNvSpPr>
          <p:nvPr>
            <p:ph type="sldNum" sz="quarter" idx="12"/>
          </p:nvPr>
        </p:nvSpPr>
        <p:spPr/>
        <p:txBody>
          <a:bodyPr/>
          <a:lstStyle/>
          <a:p>
            <a:fld id="{4E9148DC-F7ED-4428-85F4-2C78C4B0CFB7}" type="slidenum">
              <a:rPr kumimoji="1" lang="ja-JP" altLang="en-US" smtClean="0"/>
              <a:t>3</a:t>
            </a:fld>
            <a:endParaRPr kumimoji="1" lang="ja-JP" altLang="en-US"/>
          </a:p>
        </p:txBody>
      </p:sp>
      <p:sp>
        <p:nvSpPr>
          <p:cNvPr id="10" name="TextBox 28">
            <a:extLst>
              <a:ext uri="{FF2B5EF4-FFF2-40B4-BE49-F238E27FC236}">
                <a16:creationId xmlns:a16="http://schemas.microsoft.com/office/drawing/2014/main" id="{BD88F89A-64DD-437F-A994-FBCF6615EA7E}"/>
              </a:ext>
            </a:extLst>
          </p:cNvPr>
          <p:cNvSpPr txBox="1"/>
          <p:nvPr/>
        </p:nvSpPr>
        <p:spPr>
          <a:xfrm>
            <a:off x="941805" y="2131959"/>
            <a:ext cx="10800000" cy="862416"/>
          </a:xfrm>
          <a:prstGeom prst="rect">
            <a:avLst/>
          </a:prstGeom>
        </p:spPr>
        <p:txBody>
          <a:bodyPr wrap="square" lIns="0" tIns="0" rIns="0" bIns="0" rtlCol="0" anchor="t">
            <a:spAutoFit/>
          </a:bodyPr>
          <a:lstStyle/>
          <a:p>
            <a:pPr marL="342900" indent="-342900">
              <a:lnSpc>
                <a:spcPts val="3500"/>
              </a:lnSpc>
              <a:buFont typeface="Wingdings" panose="05000000000000000000" pitchFamily="2" charset="2"/>
              <a:buChar char="q"/>
            </a:pPr>
            <a:r>
              <a:rPr lang="en-US" altLang="ja-JP" sz="2000" b="1" spc="215" dirty="0">
                <a:latin typeface="メイリオ" panose="020B0604030504040204" pitchFamily="50" charset="-128"/>
                <a:ea typeface="メイリオ" panose="020B0604030504040204" pitchFamily="50" charset="-128"/>
                <a:cs typeface="Noto Sans JP Bold"/>
                <a:sym typeface="Noto Sans JP Bold"/>
              </a:rPr>
              <a:t>Cookie</a:t>
            </a: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は普段ブラウザの裏で動いており、ユーザは存在に気付かない</a:t>
            </a:r>
            <a:endParaRPr lang="en-US" altLang="ja-JP" sz="1600" spc="215" dirty="0">
              <a:latin typeface="メイリオ" panose="020B0604030504040204" pitchFamily="50" charset="-128"/>
              <a:ea typeface="メイリオ" panose="020B0604030504040204" pitchFamily="50" charset="-128"/>
              <a:cs typeface="Noto Sans JP Bold"/>
              <a:sym typeface="Noto Sans JP Bold"/>
            </a:endParaRPr>
          </a:p>
        </p:txBody>
      </p:sp>
      <p:sp>
        <p:nvSpPr>
          <p:cNvPr id="11" name="テキスト ボックス 10">
            <a:extLst>
              <a:ext uri="{FF2B5EF4-FFF2-40B4-BE49-F238E27FC236}">
                <a16:creationId xmlns:a16="http://schemas.microsoft.com/office/drawing/2014/main" id="{0D80B8BC-D481-86DD-5309-63660F15256F}"/>
              </a:ext>
            </a:extLst>
          </p:cNvPr>
          <p:cNvSpPr txBox="1"/>
          <p:nvPr/>
        </p:nvSpPr>
        <p:spPr>
          <a:xfrm>
            <a:off x="1200709" y="2597999"/>
            <a:ext cx="10800000" cy="338554"/>
          </a:xfrm>
          <a:prstGeom prst="rect">
            <a:avLst/>
          </a:prstGeom>
          <a:noFill/>
        </p:spPr>
        <p:txBody>
          <a:bodyPr wrap="square">
            <a:spAutoFit/>
          </a:bodyPr>
          <a:lstStyle/>
          <a:p>
            <a:r>
              <a:rPr lang="ja-JP" altLang="en-US" sz="1600" dirty="0">
                <a:solidFill>
                  <a:schemeClr val="tx1">
                    <a:lumMod val="65000"/>
                    <a:lumOff val="35000"/>
                  </a:schemeClr>
                </a:solidFill>
                <a:latin typeface="メイリオ" panose="020B0604030504040204" pitchFamily="50" charset="-128"/>
                <a:ea typeface="メイリオ" panose="020B0604030504040204" pitchFamily="50" charset="-128"/>
              </a:rPr>
              <a:t>認証・カート・トラッキング </a:t>
            </a:r>
            <a:r>
              <a:rPr lang="en-US" altLang="ja-JP" sz="1600" dirty="0">
                <a:solidFill>
                  <a:schemeClr val="tx1">
                    <a:lumMod val="65000"/>
                    <a:lumOff val="35000"/>
                  </a:schemeClr>
                </a:solidFill>
                <a:latin typeface="メイリオ" panose="020B0604030504040204" pitchFamily="50" charset="-128"/>
                <a:ea typeface="メイリオ" panose="020B0604030504040204" pitchFamily="50" charset="-128"/>
              </a:rPr>
              <a:t>— Web</a:t>
            </a:r>
            <a:r>
              <a:rPr lang="ja-JP" altLang="en-US" sz="1600" dirty="0">
                <a:solidFill>
                  <a:schemeClr val="tx1">
                    <a:lumMod val="65000"/>
                    <a:lumOff val="35000"/>
                  </a:schemeClr>
                </a:solidFill>
                <a:latin typeface="メイリオ" panose="020B0604030504040204" pitchFamily="50" charset="-128"/>
                <a:ea typeface="メイリオ" panose="020B0604030504040204" pitchFamily="50" charset="-128"/>
              </a:rPr>
              <a:t>の体験は</a:t>
            </a:r>
            <a:r>
              <a:rPr lang="en-US" altLang="ja-JP" sz="1600" dirty="0">
                <a:solidFill>
                  <a:schemeClr val="tx1">
                    <a:lumMod val="65000"/>
                    <a:lumOff val="35000"/>
                  </a:schemeClr>
                </a:solidFill>
                <a:latin typeface="メイリオ" panose="020B0604030504040204" pitchFamily="50" charset="-128"/>
                <a:ea typeface="メイリオ" panose="020B0604030504040204" pitchFamily="50" charset="-128"/>
              </a:rPr>
              <a:t>Cookie</a:t>
            </a:r>
            <a:r>
              <a:rPr lang="ja-JP" altLang="en-US" sz="1600" dirty="0">
                <a:solidFill>
                  <a:schemeClr val="tx1">
                    <a:lumMod val="65000"/>
                    <a:lumOff val="35000"/>
                  </a:schemeClr>
                </a:solidFill>
                <a:latin typeface="メイリオ" panose="020B0604030504040204" pitchFamily="50" charset="-128"/>
                <a:ea typeface="メイリオ" panose="020B0604030504040204" pitchFamily="50" charset="-128"/>
              </a:rPr>
              <a:t>無しには成立しない</a:t>
            </a:r>
          </a:p>
        </p:txBody>
      </p:sp>
      <p:sp>
        <p:nvSpPr>
          <p:cNvPr id="17" name="TextBox 28">
            <a:extLst>
              <a:ext uri="{FF2B5EF4-FFF2-40B4-BE49-F238E27FC236}">
                <a16:creationId xmlns:a16="http://schemas.microsoft.com/office/drawing/2014/main" id="{0E2098AE-F9C5-F3E8-5DBF-C9D940263B50}"/>
              </a:ext>
            </a:extLst>
          </p:cNvPr>
          <p:cNvSpPr txBox="1"/>
          <p:nvPr/>
        </p:nvSpPr>
        <p:spPr>
          <a:xfrm>
            <a:off x="937796" y="3060700"/>
            <a:ext cx="10800000" cy="862416"/>
          </a:xfrm>
          <a:prstGeom prst="rect">
            <a:avLst/>
          </a:prstGeom>
        </p:spPr>
        <p:txBody>
          <a:bodyPr wrap="square" lIns="0" tIns="0" rIns="0" bIns="0" rtlCol="0" anchor="t">
            <a:spAutoFit/>
          </a:bodyPr>
          <a:lstStyle/>
          <a:p>
            <a:pPr marL="342900" indent="-342900">
              <a:lnSpc>
                <a:spcPts val="3500"/>
              </a:lnSpc>
              <a:buFont typeface="Wingdings" panose="05000000000000000000" pitchFamily="2" charset="2"/>
              <a:buChar char="q"/>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授業で扱った</a:t>
            </a:r>
            <a:r>
              <a:rPr lang="en-US" altLang="ja-JP" sz="2000" b="1" spc="215" dirty="0">
                <a:latin typeface="メイリオ" panose="020B0604030504040204" pitchFamily="50" charset="-128"/>
                <a:ea typeface="メイリオ" panose="020B0604030504040204" pitchFamily="50" charset="-128"/>
                <a:cs typeface="Noto Sans JP Bold"/>
                <a:sym typeface="Noto Sans JP Bold"/>
              </a:rPr>
              <a:t>HTTP / </a:t>
            </a: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状態管理 </a:t>
            </a:r>
            <a:r>
              <a:rPr lang="en-US" altLang="ja-JP" sz="2000" b="1" spc="215" dirty="0">
                <a:latin typeface="メイリオ" panose="020B0604030504040204" pitchFamily="50" charset="-128"/>
                <a:ea typeface="メイリオ" panose="020B0604030504040204" pitchFamily="50" charset="-128"/>
                <a:cs typeface="Noto Sans JP Bold"/>
                <a:sym typeface="Noto Sans JP Bold"/>
              </a:rPr>
              <a:t>/ </a:t>
            </a: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セキュリティを遊びながら体感したい</a:t>
            </a:r>
            <a:endParaRPr lang="en-US" altLang="ja-JP" sz="1600" spc="215" dirty="0">
              <a:latin typeface="メイリオ" panose="020B0604030504040204" pitchFamily="50" charset="-128"/>
              <a:ea typeface="メイリオ" panose="020B0604030504040204" pitchFamily="50" charset="-128"/>
              <a:cs typeface="Noto Sans JP Bold"/>
              <a:sym typeface="Noto Sans JP Bold"/>
            </a:endParaRPr>
          </a:p>
        </p:txBody>
      </p:sp>
      <p:sp>
        <p:nvSpPr>
          <p:cNvPr id="18" name="テキスト ボックス 17">
            <a:extLst>
              <a:ext uri="{FF2B5EF4-FFF2-40B4-BE49-F238E27FC236}">
                <a16:creationId xmlns:a16="http://schemas.microsoft.com/office/drawing/2014/main" id="{F2AC8CAC-409E-7AE7-559F-EF7F1C644698}"/>
              </a:ext>
            </a:extLst>
          </p:cNvPr>
          <p:cNvSpPr txBox="1"/>
          <p:nvPr/>
        </p:nvSpPr>
        <p:spPr>
          <a:xfrm>
            <a:off x="1200709" y="3467615"/>
            <a:ext cx="10800000" cy="338554"/>
          </a:xfrm>
          <a:prstGeom prst="rect">
            <a:avLst/>
          </a:prstGeom>
          <a:noFill/>
        </p:spPr>
        <p:txBody>
          <a:bodyPr wrap="square">
            <a:spAutoFit/>
          </a:bodyPr>
          <a:lstStyle/>
          <a:p>
            <a:r>
              <a:rPr lang="ja-JP" altLang="en-US" sz="1600" dirty="0">
                <a:solidFill>
                  <a:schemeClr val="tx1">
                    <a:lumMod val="65000"/>
                    <a:lumOff val="35000"/>
                  </a:schemeClr>
                </a:solidFill>
                <a:latin typeface="メイリオ" panose="020B0604030504040204" pitchFamily="50" charset="-128"/>
                <a:ea typeface="メイリオ" panose="020B0604030504040204" pitchFamily="50" charset="-128"/>
              </a:rPr>
              <a:t>自分のブラウザで「本物が動く」体験</a:t>
            </a:r>
          </a:p>
        </p:txBody>
      </p:sp>
      <p:sp>
        <p:nvSpPr>
          <p:cNvPr id="19" name="Shape 10">
            <a:extLst>
              <a:ext uri="{FF2B5EF4-FFF2-40B4-BE49-F238E27FC236}">
                <a16:creationId xmlns:a16="http://schemas.microsoft.com/office/drawing/2014/main" id="{16F23EFF-4123-4FE4-6384-DCE77F161E3F}"/>
              </a:ext>
            </a:extLst>
          </p:cNvPr>
          <p:cNvSpPr/>
          <p:nvPr/>
        </p:nvSpPr>
        <p:spPr>
          <a:xfrm>
            <a:off x="1117415" y="4900884"/>
            <a:ext cx="9957169" cy="1053449"/>
          </a:xfrm>
          <a:prstGeom prst="rect">
            <a:avLst/>
          </a:prstGeom>
          <a:solidFill>
            <a:srgbClr val="E6E3EC"/>
          </a:solidFill>
          <a:ln/>
        </p:spPr>
        <p:txBody>
          <a:bodyPr/>
          <a:lstStyle/>
          <a:p>
            <a:endParaRPr lang="en-US" altLang="ja-JP" dirty="0">
              <a:latin typeface="メイリオ" panose="020B0604030504040204" pitchFamily="50" charset="-128"/>
              <a:ea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rPr>
              <a:t>本発表のテーマ </a:t>
            </a:r>
            <a:r>
              <a:rPr lang="en-US" altLang="ja-JP" dirty="0">
                <a:latin typeface="メイリオ" panose="020B0604030504040204" pitchFamily="50" charset="-128"/>
                <a:ea typeface="メイリオ" panose="020B0604030504040204" pitchFamily="50" charset="-128"/>
              </a:rPr>
              <a:t>— </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本物の</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Cookie</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を使うブラウザ対戦ゲーム「</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Cookie Heist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」を作り、</a:t>
            </a:r>
          </a:p>
          <a:p>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　　　　　　　　  ゲーム終了後に </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F12 </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でブラウザを覗いてもらう。</a:t>
            </a:r>
          </a:p>
        </p:txBody>
      </p:sp>
      <p:sp>
        <p:nvSpPr>
          <p:cNvPr id="20" name="Shape 11">
            <a:extLst>
              <a:ext uri="{FF2B5EF4-FFF2-40B4-BE49-F238E27FC236}">
                <a16:creationId xmlns:a16="http://schemas.microsoft.com/office/drawing/2014/main" id="{12C6DF1A-79B7-65C9-8275-4DD927FC283F}"/>
              </a:ext>
            </a:extLst>
          </p:cNvPr>
          <p:cNvSpPr/>
          <p:nvPr/>
        </p:nvSpPr>
        <p:spPr>
          <a:xfrm>
            <a:off x="1117415" y="4900884"/>
            <a:ext cx="52733" cy="1053449"/>
          </a:xfrm>
          <a:prstGeom prst="rect">
            <a:avLst/>
          </a:prstGeom>
          <a:solidFill>
            <a:srgbClr val="53476B"/>
          </a:solidFill>
          <a:ln/>
        </p:spPr>
        <p:txBody>
          <a:bodyPr/>
          <a:lstStyle/>
          <a:p>
            <a:endParaRPr lang="ja-JP" altLang="en-US"/>
          </a:p>
        </p:txBody>
      </p:sp>
    </p:spTree>
    <p:extLst>
      <p:ext uri="{BB962C8B-B14F-4D97-AF65-F5344CB8AC3E}">
        <p14:creationId xmlns:p14="http://schemas.microsoft.com/office/powerpoint/2010/main" val="593259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D156A-AEE1-9C78-A470-1A255597C0C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BB85206-6B9C-8473-E8D4-811462F158DD}"/>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B7C11791-BB3F-35AB-0557-09A2DBB111AF}"/>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89DC8B5F-91CE-AAEB-23DD-1455BC999A26}"/>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9BAFE2EB-3B57-D142-BCEB-AFADC8992EF1}"/>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620795F2-BC59-DBA5-AA89-8BD5B280C3F2}"/>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53" name="TextBox 13">
            <a:extLst>
              <a:ext uri="{FF2B5EF4-FFF2-40B4-BE49-F238E27FC236}">
                <a16:creationId xmlns:a16="http://schemas.microsoft.com/office/drawing/2014/main" id="{8002659F-E751-ED09-05F6-4D70174CDBA1}"/>
              </a:ext>
            </a:extLst>
          </p:cNvPr>
          <p:cNvSpPr txBox="1"/>
          <p:nvPr/>
        </p:nvSpPr>
        <p:spPr>
          <a:xfrm>
            <a:off x="1147976" y="295790"/>
            <a:ext cx="4780384" cy="617477"/>
          </a:xfrm>
          <a:prstGeom prst="rect">
            <a:avLst/>
          </a:prstGeom>
        </p:spPr>
        <p:txBody>
          <a:bodyPr wrap="square" lIns="0" tIns="0" rIns="0" bIns="0" rtlCol="0" anchor="t">
            <a:spAutoFit/>
          </a:bodyPr>
          <a:lstStyle/>
          <a:p>
            <a:pPr>
              <a:lnSpc>
                <a:spcPts val="4546"/>
              </a:lnSpc>
            </a:pPr>
            <a:r>
              <a:rPr lang="en-US" altLang="ja-JP" sz="4800" b="1" spc="679" dirty="0">
                <a:latin typeface="メイリオ" panose="020B0604030504040204" pitchFamily="50" charset="-128"/>
                <a:ea typeface="メイリオ" panose="020B0604030504040204" pitchFamily="50" charset="-128"/>
                <a:cs typeface="Noto Sans JP Medium"/>
                <a:sym typeface="Noto Sans JP Medium"/>
              </a:rPr>
              <a:t>Cookie</a:t>
            </a: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とは</a:t>
            </a:r>
            <a:endParaRPr lang="en-US" altLang="ja-JP" sz="48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7" name="日付プレースホルダー 6">
            <a:extLst>
              <a:ext uri="{FF2B5EF4-FFF2-40B4-BE49-F238E27FC236}">
                <a16:creationId xmlns:a16="http://schemas.microsoft.com/office/drawing/2014/main" id="{D5D674AC-89E0-958F-6B3A-A70D7297F10C}"/>
              </a:ext>
            </a:extLst>
          </p:cNvPr>
          <p:cNvSpPr>
            <a:spLocks noGrp="1"/>
          </p:cNvSpPr>
          <p:nvPr>
            <p:ph type="dt" sz="half" idx="10"/>
          </p:nvPr>
        </p:nvSpPr>
        <p:spPr/>
        <p:txBody>
          <a:bodyPr/>
          <a:lstStyle/>
          <a:p>
            <a:r>
              <a:rPr kumimoji="1" lang="en-US" altLang="ja-JP"/>
              <a:t>2026/07/09</a:t>
            </a:r>
            <a:endParaRPr kumimoji="1" lang="ja-JP" altLang="en-US"/>
          </a:p>
        </p:txBody>
      </p:sp>
      <p:sp>
        <p:nvSpPr>
          <p:cNvPr id="8" name="スライド番号プレースホルダー 7">
            <a:extLst>
              <a:ext uri="{FF2B5EF4-FFF2-40B4-BE49-F238E27FC236}">
                <a16:creationId xmlns:a16="http://schemas.microsoft.com/office/drawing/2014/main" id="{35FA0104-4CE8-7D55-8184-FF7956CC6AD2}"/>
              </a:ext>
            </a:extLst>
          </p:cNvPr>
          <p:cNvSpPr>
            <a:spLocks noGrp="1"/>
          </p:cNvSpPr>
          <p:nvPr>
            <p:ph type="sldNum" sz="quarter" idx="12"/>
          </p:nvPr>
        </p:nvSpPr>
        <p:spPr/>
        <p:txBody>
          <a:bodyPr/>
          <a:lstStyle/>
          <a:p>
            <a:fld id="{4E9148DC-F7ED-4428-85F4-2C78C4B0CFB7}" type="slidenum">
              <a:rPr kumimoji="1" lang="ja-JP" altLang="en-US" smtClean="0"/>
              <a:t>4</a:t>
            </a:fld>
            <a:endParaRPr kumimoji="1" lang="ja-JP" altLang="en-US"/>
          </a:p>
        </p:txBody>
      </p:sp>
      <p:sp>
        <p:nvSpPr>
          <p:cNvPr id="14" name="TextBox 28">
            <a:extLst>
              <a:ext uri="{FF2B5EF4-FFF2-40B4-BE49-F238E27FC236}">
                <a16:creationId xmlns:a16="http://schemas.microsoft.com/office/drawing/2014/main" id="{2E4C593C-EF32-B493-955A-57B60DB552BA}"/>
              </a:ext>
            </a:extLst>
          </p:cNvPr>
          <p:cNvSpPr txBox="1"/>
          <p:nvPr/>
        </p:nvSpPr>
        <p:spPr>
          <a:xfrm>
            <a:off x="941805" y="2131959"/>
            <a:ext cx="10800000" cy="3217547"/>
          </a:xfrm>
          <a:prstGeom prst="rect">
            <a:avLst/>
          </a:prstGeom>
        </p:spPr>
        <p:txBody>
          <a:bodyPr wrap="square" lIns="0" tIns="0" rIns="0" bIns="0" rtlCol="0" anchor="t">
            <a:spAutoFit/>
          </a:bodyPr>
          <a:lstStyle/>
          <a:p>
            <a:pPr marL="342900" indent="-342900">
              <a:lnSpc>
                <a:spcPts val="3000"/>
              </a:lnSpc>
              <a:buFont typeface="Wingdings" panose="05000000000000000000" pitchFamily="2" charset="2"/>
              <a:buChar char="q"/>
            </a:pP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サーバがブラウザに保存させる </a:t>
            </a:r>
            <a:r>
              <a:rPr lang="ja-JP" altLang="en-US" sz="20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小さなテキストデータ</a:t>
            </a: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a:t>
            </a:r>
            <a:r>
              <a:rPr lang="en-US" altLang="ja-JP" sz="2000" b="1" spc="215" dirty="0">
                <a:latin typeface="メイリオ" panose="020B0604030504040204" pitchFamily="50" charset="-128"/>
                <a:ea typeface="メイリオ" panose="020B0604030504040204" pitchFamily="50" charset="-128"/>
                <a:cs typeface="Noto Sans JP Bold"/>
                <a:sym typeface="Noto Sans JP Bold"/>
              </a:rPr>
              <a:t>RFC 6265</a:t>
            </a:r>
            <a:r>
              <a:rPr lang="ja-JP" altLang="en-US" sz="2000" b="1" spc="215" dirty="0">
                <a:latin typeface="メイリオ" panose="020B0604030504040204" pitchFamily="50" charset="-128"/>
                <a:ea typeface="メイリオ" panose="020B0604030504040204" pitchFamily="50" charset="-128"/>
                <a:cs typeface="Noto Sans JP Bold"/>
                <a:sym typeface="Noto Sans JP Bold"/>
              </a:rPr>
              <a:t>）</a:t>
            </a:r>
            <a:endParaRPr lang="en-US" altLang="ja-JP" sz="2000" b="1" spc="215" dirty="0">
              <a:latin typeface="メイリオ" panose="020B0604030504040204" pitchFamily="50" charset="-128"/>
              <a:ea typeface="メイリオ" panose="020B0604030504040204" pitchFamily="50" charset="-128"/>
              <a:cs typeface="Noto Sans JP Bold"/>
              <a:sym typeface="Noto Sans JP Bold"/>
            </a:endParaRPr>
          </a:p>
          <a:p>
            <a:pPr>
              <a:lnSpc>
                <a:spcPts val="3000"/>
              </a:lnSpc>
            </a:pPr>
            <a:r>
              <a:rPr lang="en-US" altLang="ja-JP" sz="1600" dirty="0">
                <a:solidFill>
                  <a:schemeClr val="tx1">
                    <a:lumMod val="65000"/>
                    <a:lumOff val="35000"/>
                  </a:schemeClr>
                </a:solidFill>
                <a:latin typeface="メイリオ" panose="020B0604030504040204" pitchFamily="50" charset="-128"/>
                <a:ea typeface="メイリオ" panose="020B0604030504040204" pitchFamily="50" charset="-128"/>
              </a:rPr>
              <a:t>     Name=Value </a:t>
            </a:r>
            <a:r>
              <a:rPr lang="ja-JP" altLang="en-US" sz="1600" dirty="0">
                <a:solidFill>
                  <a:schemeClr val="tx1">
                    <a:lumMod val="65000"/>
                    <a:lumOff val="35000"/>
                  </a:schemeClr>
                </a:solidFill>
                <a:latin typeface="メイリオ" panose="020B0604030504040204" pitchFamily="50" charset="-128"/>
                <a:ea typeface="メイリオ" panose="020B0604030504040204" pitchFamily="50" charset="-128"/>
              </a:rPr>
              <a:t>形式。ドメイン・パス・有効期限・送信条件などの属性を付与できる</a:t>
            </a:r>
            <a:endParaRPr lang="en-US" altLang="ja-JP" sz="1600" dirty="0">
              <a:solidFill>
                <a:schemeClr val="tx1">
                  <a:lumMod val="65000"/>
                  <a:lumOff val="35000"/>
                </a:schemeClr>
              </a:solidFill>
              <a:latin typeface="メイリオ" panose="020B0604030504040204" pitchFamily="50" charset="-128"/>
              <a:ea typeface="メイリオ" panose="020B0604030504040204" pitchFamily="50" charset="-128"/>
            </a:endParaRPr>
          </a:p>
          <a:p>
            <a:pPr>
              <a:lnSpc>
                <a:spcPts val="3500"/>
              </a:lnSpc>
            </a:pPr>
            <a:endParaRPr lang="en-US" altLang="ja-JP" sz="1600" dirty="0">
              <a:solidFill>
                <a:schemeClr val="tx1">
                  <a:lumMod val="65000"/>
                  <a:lumOff val="35000"/>
                </a:schemeClr>
              </a:solidFill>
              <a:latin typeface="メイリオ" panose="020B0604030504040204" pitchFamily="50" charset="-128"/>
              <a:ea typeface="メイリオ" panose="020B0604030504040204" pitchFamily="50" charset="-128"/>
            </a:endParaRPr>
          </a:p>
          <a:p>
            <a:pPr marL="342900" marR="0" lvl="0" indent="-342900" algn="l" defTabSz="914400" rtl="0" eaLnBrk="1" fontAlgn="auto" latinLnBrk="0" hangingPunct="1">
              <a:lnSpc>
                <a:spcPts val="3500"/>
              </a:lnSpc>
              <a:spcBef>
                <a:spcPts val="0"/>
              </a:spcBef>
              <a:spcAft>
                <a:spcPts val="0"/>
              </a:spcAft>
              <a:buClrTx/>
              <a:buSzTx/>
              <a:buFont typeface="Wingdings" panose="05000000000000000000" pitchFamily="2" charset="2"/>
              <a:buChar char="q"/>
              <a:tabLst/>
              <a:defRPr/>
            </a:pPr>
            <a:r>
              <a:rPr kumimoji="1" lang="en-US" altLang="ja-JP" sz="2000" b="1" i="0" u="none" strike="noStrike" kern="1200" cap="none" spc="215"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Noto Sans JP Bold"/>
                <a:sym typeface="Noto Sans JP Bold"/>
              </a:rPr>
              <a:t>HTTP</a:t>
            </a:r>
            <a:r>
              <a:rPr kumimoji="1" lang="ja-JP" altLang="en-US" sz="2000" b="1" i="0" u="none" strike="noStrike" kern="1200" cap="none" spc="215"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Noto Sans JP Bold"/>
                <a:sym typeface="Noto Sans JP Bold"/>
              </a:rPr>
              <a:t>は本来ステートレス </a:t>
            </a:r>
            <a:r>
              <a:rPr kumimoji="1" lang="en-US" altLang="ja-JP" sz="2000" b="1" i="0" u="none" strike="noStrike" kern="1200" cap="none" spc="215"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Noto Sans JP Bold"/>
                <a:sym typeface="Noto Sans JP Bold"/>
              </a:rPr>
              <a:t>— </a:t>
            </a:r>
            <a:r>
              <a:rPr kumimoji="1" lang="ja-JP" altLang="en-US" sz="2000" b="1" i="0" u="none" strike="noStrike" kern="1200" cap="none" spc="215"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Noto Sans JP Bold"/>
                <a:sym typeface="Noto Sans JP Bold"/>
              </a:rPr>
              <a:t>各リクエストが独立した別物として扱われる</a:t>
            </a:r>
            <a:endParaRPr kumimoji="1" lang="en-US" altLang="ja-JP" sz="2000" b="1" i="0" u="none" strike="noStrike" kern="1200" cap="none" spc="215"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Noto Sans JP Bold"/>
              <a:sym typeface="Noto Sans JP Bold"/>
            </a:endParaRPr>
          </a:p>
          <a:p>
            <a:pPr marL="285750" marR="0" lvl="0" indent="74613"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ja-JP" altLang="en-US"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ログイン状態を保つ手段がそのままでは無い</a:t>
            </a:r>
            <a:endParaRPr kumimoji="1" lang="en-US" altLang="ja-JP"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endParaRPr>
          </a:p>
          <a:p>
            <a:pPr marL="285750" marR="0" lvl="0" indent="74613" algn="l" defTabSz="914400" rtl="0" eaLnBrk="1" fontAlgn="auto" latinLnBrk="0" hangingPunct="1">
              <a:lnSpc>
                <a:spcPct val="100000"/>
              </a:lnSpc>
              <a:spcBef>
                <a:spcPts val="0"/>
              </a:spcBef>
              <a:spcAft>
                <a:spcPts val="0"/>
              </a:spcAft>
              <a:buClrTx/>
              <a:buSzTx/>
              <a:buFontTx/>
              <a:buNone/>
              <a:tabLst/>
              <a:defRPr/>
            </a:pPr>
            <a:endParaRPr kumimoji="1" lang="en-US" altLang="ja-JP" sz="4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endParaRPr>
          </a:p>
          <a:p>
            <a:pPr marL="285750" marR="0" lvl="0" indent="74613"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ja-JP" altLang="en-US"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そこで </a:t>
            </a:r>
            <a:r>
              <a:rPr kumimoji="1" lang="en-US" altLang="ja-JP"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Cookie </a:t>
            </a:r>
            <a:r>
              <a:rPr kumimoji="1" lang="ja-JP" altLang="en-US"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で「同じユーザだ」と識別する仕組みが生まれた</a:t>
            </a:r>
            <a:endParaRPr lang="en-US" altLang="ja-JP" sz="1600" dirty="0">
              <a:solidFill>
                <a:prstClr val="black">
                  <a:lumMod val="65000"/>
                  <a:lumOff val="35000"/>
                </a:prstClr>
              </a:solidFill>
              <a:latin typeface="メイリオ" panose="020B0604030504040204" pitchFamily="50" charset="-128"/>
              <a:ea typeface="メイリオ" panose="020B0604030504040204" pitchFamily="50" charset="-128"/>
            </a:endParaRPr>
          </a:p>
          <a:p>
            <a:pPr marL="285750" marR="0" lvl="0" algn="l" defTabSz="914400" rtl="0" eaLnBrk="1" fontAlgn="auto" latinLnBrk="0" hangingPunct="1">
              <a:lnSpc>
                <a:spcPct val="100000"/>
              </a:lnSpc>
              <a:spcBef>
                <a:spcPts val="0"/>
              </a:spcBef>
              <a:spcAft>
                <a:spcPts val="0"/>
              </a:spcAft>
              <a:buClrTx/>
              <a:buSzTx/>
              <a:tabLst/>
              <a:defRPr/>
            </a:pPr>
            <a:endParaRPr lang="en-US" altLang="ja-JP" sz="1600" dirty="0">
              <a:solidFill>
                <a:prstClr val="black">
                  <a:lumMod val="65000"/>
                  <a:lumOff val="35000"/>
                </a:prstClr>
              </a:solidFill>
              <a:latin typeface="メイリオ" panose="020B0604030504040204" pitchFamily="50" charset="-128"/>
              <a:ea typeface="メイリオ" panose="020B0604030504040204" pitchFamily="50" charset="-128"/>
            </a:endParaRPr>
          </a:p>
          <a:p>
            <a:pPr marL="342900" marR="0" lvl="0" indent="-342900" algn="l" defTabSz="914400" rtl="0" eaLnBrk="1" fontAlgn="auto" latinLnBrk="0" hangingPunct="1">
              <a:lnSpc>
                <a:spcPts val="3000"/>
              </a:lnSpc>
              <a:spcBef>
                <a:spcPts val="0"/>
              </a:spcBef>
              <a:spcAft>
                <a:spcPts val="0"/>
              </a:spcAft>
              <a:buClrTx/>
              <a:buSzTx/>
              <a:buFont typeface="Wingdings" panose="05000000000000000000" pitchFamily="2" charset="2"/>
              <a:buChar char="q"/>
              <a:tabLst/>
              <a:defRPr/>
            </a:pPr>
            <a:r>
              <a:rPr kumimoji="1" lang="ja-JP" altLang="en-US" sz="2000" b="1" i="0" u="none" strike="noStrike" kern="1200" cap="none" spc="215"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Noto Sans JP Bold"/>
                <a:sym typeface="Noto Sans JP Bold"/>
              </a:rPr>
              <a:t>主な用途は </a:t>
            </a:r>
            <a:r>
              <a:rPr kumimoji="1" lang="ja-JP" altLang="en-US" sz="2000" b="1" i="0" u="none" strike="noStrike" kern="1200" cap="none" spc="215"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Noto Sans JP Bold"/>
                <a:sym typeface="Noto Sans JP Bold"/>
              </a:rPr>
              <a:t>セッション管理 </a:t>
            </a:r>
            <a:r>
              <a:rPr kumimoji="1" lang="en-US" altLang="ja-JP" sz="2000" b="1" i="0" u="none" strike="noStrike" kern="1200" cap="none" spc="215"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Noto Sans JP Bold"/>
                <a:sym typeface="Noto Sans JP Bold"/>
              </a:rPr>
              <a:t>/ </a:t>
            </a:r>
            <a:r>
              <a:rPr kumimoji="1" lang="ja-JP" altLang="en-US" sz="2000" b="1" i="0" u="none" strike="noStrike" kern="1200" cap="none" spc="215"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Noto Sans JP Bold"/>
                <a:sym typeface="Noto Sans JP Bold"/>
              </a:rPr>
              <a:t>パーソナライズ </a:t>
            </a:r>
            <a:r>
              <a:rPr kumimoji="1" lang="en-US" altLang="ja-JP" sz="2000" b="1" i="0" u="none" strike="noStrike" kern="1200" cap="none" spc="215"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Noto Sans JP Bold"/>
                <a:sym typeface="Noto Sans JP Bold"/>
              </a:rPr>
              <a:t>/ </a:t>
            </a:r>
            <a:r>
              <a:rPr kumimoji="1" lang="ja-JP" altLang="en-US" sz="2000" b="1" i="0" u="none" strike="noStrike" kern="1200" cap="none" spc="215"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Noto Sans JP Bold"/>
                <a:sym typeface="Noto Sans JP Bold"/>
              </a:rPr>
              <a:t>トラッキング</a:t>
            </a:r>
            <a:endParaRPr lang="en-US" altLang="ja-JP" sz="2000" b="1" spc="215" dirty="0">
              <a:solidFill>
                <a:prstClr val="black">
                  <a:lumMod val="65000"/>
                  <a:lumOff val="35000"/>
                </a:prstClr>
              </a:solidFill>
              <a:latin typeface="メイリオ" panose="020B0604030504040204" pitchFamily="50" charset="-128"/>
              <a:ea typeface="メイリオ" panose="020B0604030504040204" pitchFamily="50" charset="-128"/>
              <a:cs typeface="Noto Sans JP Bold"/>
              <a:sym typeface="Noto Sans JP Bold"/>
            </a:endParaRPr>
          </a:p>
          <a:p>
            <a:pPr marR="0" lvl="0" algn="l" defTabSz="914400" rtl="0" eaLnBrk="1" fontAlgn="auto" latinLnBrk="0" hangingPunct="1">
              <a:lnSpc>
                <a:spcPts val="3000"/>
              </a:lnSpc>
              <a:spcBef>
                <a:spcPts val="0"/>
              </a:spcBef>
              <a:spcAft>
                <a:spcPts val="0"/>
              </a:spcAft>
              <a:buClrTx/>
              <a:buSzTx/>
              <a:tabLst/>
              <a:defRPr/>
            </a:pPr>
            <a:r>
              <a:rPr kumimoji="1" lang="en-US" altLang="ja-JP" sz="2000" b="1" i="0" u="none" strike="noStrike" kern="1200" cap="none" spc="215"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sym typeface="Noto Sans JP Bold"/>
              </a:rPr>
              <a:t>   </a:t>
            </a:r>
            <a:r>
              <a:rPr kumimoji="1" lang="ja-JP" altLang="en-US"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ログイン、カート、言語設定、広告計測 </a:t>
            </a:r>
            <a:r>
              <a:rPr kumimoji="1" lang="en-US" altLang="ja-JP"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 </a:t>
            </a:r>
            <a:r>
              <a:rPr kumimoji="1" lang="ja-JP" altLang="en-US"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現代</a:t>
            </a:r>
            <a:r>
              <a:rPr kumimoji="1" lang="en-US" altLang="ja-JP"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Web</a:t>
            </a:r>
            <a:r>
              <a:rPr kumimoji="1" lang="ja-JP" altLang="en-US" sz="1600" b="0" i="0" u="none" strike="noStrike" kern="1200" cap="none" spc="0"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mn-cs"/>
              </a:rPr>
              <a:t>の大半が依存している</a:t>
            </a:r>
            <a:endParaRPr lang="ja-JP" altLang="en-US" sz="16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530920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151F8-8E98-B036-4BA2-6E06B86459E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B246522-5FCE-80FC-13F4-11E5AD3F7F0B}"/>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3B94408F-82C6-4FB7-8C2D-F99535113C03}"/>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44089626-EA9C-8F00-C5E4-C31F211AC4A8}"/>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F289B960-4945-1F4A-1E6B-02803FFFC6A9}"/>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979B8948-68F7-5664-161E-335426D46A98}"/>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53" name="TextBox 13">
            <a:extLst>
              <a:ext uri="{FF2B5EF4-FFF2-40B4-BE49-F238E27FC236}">
                <a16:creationId xmlns:a16="http://schemas.microsoft.com/office/drawing/2014/main" id="{25FF83D8-2572-D6AC-074F-F34744CFF1B5}"/>
              </a:ext>
            </a:extLst>
          </p:cNvPr>
          <p:cNvSpPr txBox="1"/>
          <p:nvPr/>
        </p:nvSpPr>
        <p:spPr>
          <a:xfrm>
            <a:off x="1147976" y="295790"/>
            <a:ext cx="4780384" cy="617477"/>
          </a:xfrm>
          <a:prstGeom prst="rect">
            <a:avLst/>
          </a:prstGeom>
        </p:spPr>
        <p:txBody>
          <a:bodyPr wrap="square" lIns="0" tIns="0" rIns="0" bIns="0" rtlCol="0" anchor="t">
            <a:spAutoFit/>
          </a:bodyPr>
          <a:lstStyle/>
          <a:p>
            <a:pPr>
              <a:lnSpc>
                <a:spcPts val="4546"/>
              </a:lnSpc>
            </a:pPr>
            <a:r>
              <a:rPr lang="en-US" altLang="ja-JP" sz="4800" b="1" spc="679" dirty="0">
                <a:latin typeface="メイリオ" panose="020B0604030504040204" pitchFamily="50" charset="-128"/>
                <a:ea typeface="メイリオ" panose="020B0604030504040204" pitchFamily="50" charset="-128"/>
                <a:cs typeface="Noto Sans JP Medium"/>
                <a:sym typeface="Noto Sans JP Medium"/>
              </a:rPr>
              <a:t>Cookie</a:t>
            </a: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とは</a:t>
            </a:r>
            <a:endParaRPr lang="en-US" altLang="ja-JP" sz="48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7" name="日付プレースホルダー 6">
            <a:extLst>
              <a:ext uri="{FF2B5EF4-FFF2-40B4-BE49-F238E27FC236}">
                <a16:creationId xmlns:a16="http://schemas.microsoft.com/office/drawing/2014/main" id="{D9B26FE8-483A-E6AD-3AE0-236A96F02D4E}"/>
              </a:ext>
            </a:extLst>
          </p:cNvPr>
          <p:cNvSpPr>
            <a:spLocks noGrp="1"/>
          </p:cNvSpPr>
          <p:nvPr>
            <p:ph type="dt" sz="half" idx="10"/>
          </p:nvPr>
        </p:nvSpPr>
        <p:spPr/>
        <p:txBody>
          <a:bodyPr/>
          <a:lstStyle/>
          <a:p>
            <a:r>
              <a:rPr kumimoji="1" lang="en-US" altLang="ja-JP"/>
              <a:t>2026/07/09</a:t>
            </a:r>
            <a:endParaRPr kumimoji="1" lang="ja-JP" altLang="en-US"/>
          </a:p>
        </p:txBody>
      </p:sp>
      <p:sp>
        <p:nvSpPr>
          <p:cNvPr id="8" name="スライド番号プレースホルダー 7">
            <a:extLst>
              <a:ext uri="{FF2B5EF4-FFF2-40B4-BE49-F238E27FC236}">
                <a16:creationId xmlns:a16="http://schemas.microsoft.com/office/drawing/2014/main" id="{A47DA884-3500-CAE8-0EEA-4995D71FF361}"/>
              </a:ext>
            </a:extLst>
          </p:cNvPr>
          <p:cNvSpPr>
            <a:spLocks noGrp="1"/>
          </p:cNvSpPr>
          <p:nvPr>
            <p:ph type="sldNum" sz="quarter" idx="12"/>
          </p:nvPr>
        </p:nvSpPr>
        <p:spPr/>
        <p:txBody>
          <a:bodyPr/>
          <a:lstStyle/>
          <a:p>
            <a:fld id="{4E9148DC-F7ED-4428-85F4-2C78C4B0CFB7}" type="slidenum">
              <a:rPr kumimoji="1" lang="ja-JP" altLang="en-US" smtClean="0"/>
              <a:t>5</a:t>
            </a:fld>
            <a:endParaRPr kumimoji="1" lang="ja-JP" altLang="en-US"/>
          </a:p>
        </p:txBody>
      </p:sp>
      <p:sp>
        <p:nvSpPr>
          <p:cNvPr id="11" name="Text 4">
            <a:extLst>
              <a:ext uri="{FF2B5EF4-FFF2-40B4-BE49-F238E27FC236}">
                <a16:creationId xmlns:a16="http://schemas.microsoft.com/office/drawing/2014/main" id="{2C31D196-F21D-74C8-5753-CFECCBE61870}"/>
              </a:ext>
            </a:extLst>
          </p:cNvPr>
          <p:cNvSpPr/>
          <p:nvPr/>
        </p:nvSpPr>
        <p:spPr>
          <a:xfrm>
            <a:off x="938240" y="1976961"/>
            <a:ext cx="10800000" cy="403820"/>
          </a:xfrm>
          <a:prstGeom prst="rect">
            <a:avLst/>
          </a:prstGeom>
          <a:noFill/>
          <a:ln/>
        </p:spPr>
        <p:txBody>
          <a:bodyPr wrap="square" lIns="25400" tIns="25400" rIns="25400" bIns="25400" rtlCol="0" anchor="t">
            <a:normAutofit/>
          </a:bodyPr>
          <a:lstStyle/>
          <a:p>
            <a:pPr marL="0" indent="0" algn="l">
              <a:lnSpc>
                <a:spcPct val="160000"/>
              </a:lnSpc>
              <a:buNone/>
            </a:pPr>
            <a:r>
              <a:rPr lang="en-US" sz="1400" kern="0" spc="72" dirty="0">
                <a:solidFill>
                  <a:srgbClr val="000000"/>
                </a:solidFill>
                <a:latin typeface="メイリオ" panose="020B0604030504040204" pitchFamily="50" charset="-128"/>
                <a:ea typeface="メイリオ" panose="020B0604030504040204" pitchFamily="50" charset="-128"/>
                <a:cs typeface="Arial" pitchFamily="34" charset="-120"/>
              </a:rPr>
              <a:t>サーバが </a:t>
            </a:r>
            <a:r>
              <a:rPr lang="en-US" sz="1200" b="1" kern="0" spc="72" dirty="0">
                <a:solidFill>
                  <a:srgbClr val="53476B"/>
                </a:solidFill>
                <a:latin typeface="メイリオ" panose="020B0604030504040204" pitchFamily="50" charset="-128"/>
                <a:ea typeface="メイリオ" panose="020B0604030504040204" pitchFamily="50" charset="-128"/>
                <a:cs typeface="JetBrains Mono" pitchFamily="34" charset="-120"/>
              </a:rPr>
              <a:t>Set-Cookie </a:t>
            </a:r>
            <a:r>
              <a:rPr lang="en-US" sz="1400" kern="0" spc="72" dirty="0">
                <a:solidFill>
                  <a:srgbClr val="000000"/>
                </a:solidFill>
                <a:latin typeface="メイリオ" panose="020B0604030504040204" pitchFamily="50" charset="-128"/>
                <a:ea typeface="メイリオ" panose="020B0604030504040204" pitchFamily="50" charset="-128"/>
                <a:cs typeface="Arial" pitchFamily="34" charset="-120"/>
              </a:rPr>
              <a:t>ヘッダで発行 → ブラウザが保存 → 以降同じドメインへのリクエストに </a:t>
            </a:r>
            <a:r>
              <a:rPr lang="en-US" sz="1200" b="1" kern="0" spc="72" dirty="0">
                <a:solidFill>
                  <a:srgbClr val="53476B"/>
                </a:solidFill>
                <a:latin typeface="メイリオ" panose="020B0604030504040204" pitchFamily="50" charset="-128"/>
                <a:ea typeface="メイリオ" panose="020B0604030504040204" pitchFamily="50" charset="-128"/>
                <a:cs typeface="JetBrains Mono" pitchFamily="34" charset="-120"/>
              </a:rPr>
              <a:t>Cookie </a:t>
            </a:r>
            <a:r>
              <a:rPr lang="en-US" sz="1400" kern="0" spc="72" dirty="0" err="1">
                <a:solidFill>
                  <a:srgbClr val="000000"/>
                </a:solidFill>
                <a:latin typeface="メイリオ" panose="020B0604030504040204" pitchFamily="50" charset="-128"/>
                <a:ea typeface="メイリオ" panose="020B0604030504040204" pitchFamily="50" charset="-128"/>
                <a:cs typeface="Arial" pitchFamily="34" charset="-120"/>
              </a:rPr>
              <a:t>ヘッダを自動付与する</a:t>
            </a:r>
            <a:endParaRPr lang="en-US" sz="1400" dirty="0">
              <a:latin typeface="メイリオ" panose="020B0604030504040204" pitchFamily="50" charset="-128"/>
              <a:ea typeface="メイリオ" panose="020B0604030504040204" pitchFamily="50" charset="-128"/>
            </a:endParaRPr>
          </a:p>
        </p:txBody>
      </p:sp>
      <p:sp>
        <p:nvSpPr>
          <p:cNvPr id="12" name="Shape 5">
            <a:extLst>
              <a:ext uri="{FF2B5EF4-FFF2-40B4-BE49-F238E27FC236}">
                <a16:creationId xmlns:a16="http://schemas.microsoft.com/office/drawing/2014/main" id="{590AB37F-64EB-E0BD-A2DA-1D177A381A20}"/>
              </a:ext>
            </a:extLst>
          </p:cNvPr>
          <p:cNvSpPr/>
          <p:nvPr/>
        </p:nvSpPr>
        <p:spPr>
          <a:xfrm>
            <a:off x="938240" y="2723681"/>
            <a:ext cx="2286000" cy="2568972"/>
          </a:xfrm>
          <a:prstGeom prst="rect">
            <a:avLst/>
          </a:prstGeom>
          <a:solidFill>
            <a:srgbClr val="FFFFFF"/>
          </a:solidFill>
          <a:ln w="254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39260FB4-F605-4F60-4C12-22ECA11CC6B2}"/>
              </a:ext>
            </a:extLst>
          </p:cNvPr>
          <p:cNvSpPr/>
          <p:nvPr/>
        </p:nvSpPr>
        <p:spPr>
          <a:xfrm>
            <a:off x="1116040" y="3274742"/>
            <a:ext cx="1930400" cy="800100"/>
          </a:xfrm>
          <a:prstGeom prst="rect">
            <a:avLst/>
          </a:prstGeom>
          <a:noFill/>
          <a:ln/>
        </p:spPr>
        <p:txBody>
          <a:bodyPr wrap="square" lIns="25400" tIns="25400" rIns="25400" bIns="25400" rtlCol="0" anchor="t">
            <a:normAutofit/>
          </a:bodyPr>
          <a:lstStyle/>
          <a:p>
            <a:pPr marL="0" indent="0" algn="ctr">
              <a:buNone/>
            </a:pPr>
            <a:r>
              <a:rPr lang="en-US" sz="4500"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sz="4500" dirty="0">
              <a:latin typeface="メイリオ" panose="020B0604030504040204" pitchFamily="50" charset="-128"/>
              <a:ea typeface="メイリオ" panose="020B0604030504040204" pitchFamily="50" charset="-128"/>
            </a:endParaRPr>
          </a:p>
        </p:txBody>
      </p:sp>
      <p:sp>
        <p:nvSpPr>
          <p:cNvPr id="18" name="Text 7">
            <a:extLst>
              <a:ext uri="{FF2B5EF4-FFF2-40B4-BE49-F238E27FC236}">
                <a16:creationId xmlns:a16="http://schemas.microsoft.com/office/drawing/2014/main" id="{DBC526AE-ACFC-A779-3645-A273990703C3}"/>
              </a:ext>
            </a:extLst>
          </p:cNvPr>
          <p:cNvSpPr/>
          <p:nvPr/>
        </p:nvSpPr>
        <p:spPr>
          <a:xfrm>
            <a:off x="1116040" y="4151042"/>
            <a:ext cx="1930400" cy="342900"/>
          </a:xfrm>
          <a:prstGeom prst="rect">
            <a:avLst/>
          </a:prstGeom>
          <a:noFill/>
          <a:ln/>
        </p:spPr>
        <p:txBody>
          <a:bodyPr wrap="square" lIns="25400" tIns="25400" rIns="25400" bIns="25400" rtlCol="0" anchor="t">
            <a:normAutofit fontScale="92500"/>
          </a:bodyPr>
          <a:lstStyle/>
          <a:p>
            <a:pPr marL="0" indent="0" algn="ctr">
              <a:buNone/>
            </a:pPr>
            <a:r>
              <a:rPr lang="en-US" sz="2100" b="1" kern="0" spc="168" dirty="0">
                <a:solidFill>
                  <a:srgbClr val="000000"/>
                </a:solidFill>
                <a:latin typeface="メイリオ" panose="020B0604030504040204" pitchFamily="50" charset="-128"/>
                <a:ea typeface="メイリオ" panose="020B0604030504040204" pitchFamily="50" charset="-128"/>
                <a:cs typeface="Arial" pitchFamily="34" charset="-120"/>
              </a:rPr>
              <a:t>Browser</a:t>
            </a:r>
            <a:endParaRPr lang="en-US" sz="2100" dirty="0">
              <a:latin typeface="メイリオ" panose="020B0604030504040204" pitchFamily="50" charset="-128"/>
              <a:ea typeface="メイリオ" panose="020B0604030504040204" pitchFamily="50" charset="-128"/>
            </a:endParaRPr>
          </a:p>
        </p:txBody>
      </p:sp>
      <p:sp>
        <p:nvSpPr>
          <p:cNvPr id="19" name="Text 8">
            <a:extLst>
              <a:ext uri="{FF2B5EF4-FFF2-40B4-BE49-F238E27FC236}">
                <a16:creationId xmlns:a16="http://schemas.microsoft.com/office/drawing/2014/main" id="{04471AC7-BD8B-6A43-575E-D95DE170DBF1}"/>
              </a:ext>
            </a:extLst>
          </p:cNvPr>
          <p:cNvSpPr/>
          <p:nvPr/>
        </p:nvSpPr>
        <p:spPr>
          <a:xfrm>
            <a:off x="1116040" y="4512992"/>
            <a:ext cx="1930400" cy="266700"/>
          </a:xfrm>
          <a:prstGeom prst="rect">
            <a:avLst/>
          </a:prstGeom>
          <a:noFill/>
          <a:ln/>
        </p:spPr>
        <p:txBody>
          <a:bodyPr wrap="square" lIns="25400" tIns="25400" rIns="25400" bIns="25400" rtlCol="0" anchor="t">
            <a:normAutofit/>
          </a:bodyPr>
          <a:lstStyle/>
          <a:p>
            <a:pPr marL="0" indent="0" algn="ctr">
              <a:buNone/>
            </a:pPr>
            <a:r>
              <a:rPr lang="en-US" sz="1350" kern="0" spc="54" dirty="0">
                <a:solidFill>
                  <a:srgbClr val="6B6478"/>
                </a:solidFill>
                <a:latin typeface="メイリオ" panose="020B0604030504040204" pitchFamily="50" charset="-128"/>
                <a:ea typeface="メイリオ" panose="020B0604030504040204" pitchFamily="50" charset="-128"/>
                <a:cs typeface="JetBrains Mono" pitchFamily="34" charset="-120"/>
              </a:rPr>
              <a:t>Client</a:t>
            </a:r>
            <a:endParaRPr lang="en-US" sz="1350" dirty="0">
              <a:latin typeface="メイリオ" panose="020B0604030504040204" pitchFamily="50" charset="-128"/>
              <a:ea typeface="メイリオ" panose="020B0604030504040204" pitchFamily="50" charset="-128"/>
            </a:endParaRPr>
          </a:p>
        </p:txBody>
      </p:sp>
      <p:sp>
        <p:nvSpPr>
          <p:cNvPr id="20" name="Shape 9">
            <a:extLst>
              <a:ext uri="{FF2B5EF4-FFF2-40B4-BE49-F238E27FC236}">
                <a16:creationId xmlns:a16="http://schemas.microsoft.com/office/drawing/2014/main" id="{CF401439-52E1-84A9-818B-7768F811F6AC}"/>
              </a:ext>
            </a:extLst>
          </p:cNvPr>
          <p:cNvSpPr/>
          <p:nvPr/>
        </p:nvSpPr>
        <p:spPr>
          <a:xfrm>
            <a:off x="3757640" y="2723680"/>
            <a:ext cx="4788750" cy="567134"/>
          </a:xfrm>
          <a:prstGeom prst="rect">
            <a:avLst/>
          </a:prstGeom>
          <a:solidFill>
            <a:srgbClr val="53476B"/>
          </a:solidFill>
          <a:ln w="19050">
            <a:solidFill>
              <a:srgbClr val="53476B"/>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BA60417C-3551-9608-17F2-4E6F1ACF5809}"/>
              </a:ext>
            </a:extLst>
          </p:cNvPr>
          <p:cNvSpPr/>
          <p:nvPr/>
        </p:nvSpPr>
        <p:spPr>
          <a:xfrm>
            <a:off x="3948140" y="2628430"/>
            <a:ext cx="1187701" cy="193278"/>
          </a:xfrm>
          <a:prstGeom prst="rect">
            <a:avLst/>
          </a:prstGeom>
          <a:solidFill>
            <a:srgbClr val="FFFFFF"/>
          </a:solidFill>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4" name="Text 11">
            <a:extLst>
              <a:ext uri="{FF2B5EF4-FFF2-40B4-BE49-F238E27FC236}">
                <a16:creationId xmlns:a16="http://schemas.microsoft.com/office/drawing/2014/main" id="{1D069D9C-A005-A3D5-550E-4EB2CAE15386}"/>
              </a:ext>
            </a:extLst>
          </p:cNvPr>
          <p:cNvSpPr/>
          <p:nvPr/>
        </p:nvSpPr>
        <p:spPr>
          <a:xfrm>
            <a:off x="3948139" y="2567708"/>
            <a:ext cx="3600000" cy="231378"/>
          </a:xfrm>
          <a:prstGeom prst="rect">
            <a:avLst/>
          </a:prstGeom>
          <a:noFill/>
          <a:ln/>
        </p:spPr>
        <p:txBody>
          <a:bodyPr wrap="square" lIns="25400" tIns="25400" rIns="25400" bIns="25400" rtlCol="0" anchor="t">
            <a:noAutofit/>
          </a:bodyPr>
          <a:lstStyle/>
          <a:p>
            <a:pPr marL="0" indent="0" algn="l">
              <a:lnSpc>
                <a:spcPct val="145000"/>
              </a:lnSpc>
              <a:buNone/>
            </a:pPr>
            <a:r>
              <a:rPr lang="en-US" sz="1100" b="1" kern="0" spc="126" dirty="0">
                <a:solidFill>
                  <a:srgbClr val="53476B"/>
                </a:solidFill>
                <a:latin typeface="メイリオ" panose="020B0604030504040204" pitchFamily="50" charset="-128"/>
                <a:ea typeface="メイリオ" panose="020B0604030504040204" pitchFamily="50" charset="-128"/>
                <a:cs typeface="メイリオ" pitchFamily="34" charset="-120"/>
              </a:rPr>
              <a:t>① REQUEST</a:t>
            </a:r>
            <a:endParaRPr lang="en-US" sz="1100" dirty="0">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4E73CF1-3DE9-FE1E-5BBD-8FC002E9A656}"/>
              </a:ext>
            </a:extLst>
          </p:cNvPr>
          <p:cNvSpPr/>
          <p:nvPr/>
        </p:nvSpPr>
        <p:spPr>
          <a:xfrm>
            <a:off x="3930135" y="2885207"/>
            <a:ext cx="2165865" cy="279400"/>
          </a:xfrm>
          <a:prstGeom prst="rect">
            <a:avLst/>
          </a:prstGeom>
          <a:noFill/>
          <a:ln/>
        </p:spPr>
        <p:txBody>
          <a:bodyPr wrap="square" lIns="25400" tIns="25400" rIns="25400" bIns="25400" rtlCol="0" anchor="t">
            <a:noAutofit/>
          </a:bodyPr>
          <a:lstStyle/>
          <a:p>
            <a:pPr marL="0" indent="0" algn="l">
              <a:lnSpc>
                <a:spcPct val="145000"/>
              </a:lnSpc>
              <a:buNone/>
            </a:pPr>
            <a:r>
              <a:rPr lang="en-US" sz="1400" dirty="0">
                <a:solidFill>
                  <a:srgbClr val="FFFFFF">
                    <a:alpha val="60000"/>
                  </a:srgbClr>
                </a:solidFill>
                <a:latin typeface="メイリオ" panose="020B0604030504040204" pitchFamily="50" charset="-128"/>
                <a:ea typeface="メイリオ" panose="020B0604030504040204" pitchFamily="50" charset="-128"/>
                <a:cs typeface="JetBrains Mono" pitchFamily="34" charset="-120"/>
              </a:rPr>
              <a:t>GET /login HTTP/1.1</a:t>
            </a:r>
            <a:endParaRPr lang="en-US" sz="1400" dirty="0">
              <a:latin typeface="メイリオ" panose="020B0604030504040204" pitchFamily="50" charset="-128"/>
              <a:ea typeface="メイリオ" panose="020B0604030504040204" pitchFamily="50" charset="-128"/>
            </a:endParaRPr>
          </a:p>
        </p:txBody>
      </p:sp>
      <p:sp>
        <p:nvSpPr>
          <p:cNvPr id="26" name="Shape 13">
            <a:extLst>
              <a:ext uri="{FF2B5EF4-FFF2-40B4-BE49-F238E27FC236}">
                <a16:creationId xmlns:a16="http://schemas.microsoft.com/office/drawing/2014/main" id="{350483F0-FDAA-2755-69DB-411F9D1B4CCA}"/>
              </a:ext>
            </a:extLst>
          </p:cNvPr>
          <p:cNvSpPr/>
          <p:nvPr/>
        </p:nvSpPr>
        <p:spPr>
          <a:xfrm>
            <a:off x="3757640" y="3462265"/>
            <a:ext cx="4788750" cy="829469"/>
          </a:xfrm>
          <a:prstGeom prst="rect">
            <a:avLst/>
          </a:prstGeom>
          <a:solidFill>
            <a:srgbClr val="FFFFFF"/>
          </a:solidFill>
          <a:ln w="19050">
            <a:solidFill>
              <a:srgbClr val="53476B"/>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7" name="Shape 14">
            <a:extLst>
              <a:ext uri="{FF2B5EF4-FFF2-40B4-BE49-F238E27FC236}">
                <a16:creationId xmlns:a16="http://schemas.microsoft.com/office/drawing/2014/main" id="{8512891F-F066-A0F2-3503-19AA043DEE53}"/>
              </a:ext>
            </a:extLst>
          </p:cNvPr>
          <p:cNvSpPr/>
          <p:nvPr/>
        </p:nvSpPr>
        <p:spPr>
          <a:xfrm>
            <a:off x="3948139" y="3367015"/>
            <a:ext cx="1304521" cy="193278"/>
          </a:xfrm>
          <a:prstGeom prst="rect">
            <a:avLst/>
          </a:prstGeom>
          <a:solidFill>
            <a:srgbClr val="FFFFFF"/>
          </a:solidFill>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8" name="Text 15">
            <a:extLst>
              <a:ext uri="{FF2B5EF4-FFF2-40B4-BE49-F238E27FC236}">
                <a16:creationId xmlns:a16="http://schemas.microsoft.com/office/drawing/2014/main" id="{A15CB456-B02A-EE8F-31B4-93B2BBFEEA37}"/>
              </a:ext>
            </a:extLst>
          </p:cNvPr>
          <p:cNvSpPr/>
          <p:nvPr/>
        </p:nvSpPr>
        <p:spPr>
          <a:xfrm>
            <a:off x="3948139" y="3331097"/>
            <a:ext cx="3600000" cy="231378"/>
          </a:xfrm>
          <a:prstGeom prst="rect">
            <a:avLst/>
          </a:prstGeom>
          <a:noFill/>
          <a:ln/>
        </p:spPr>
        <p:txBody>
          <a:bodyPr wrap="square" lIns="25400" tIns="25400" rIns="25400" bIns="25400" rtlCol="0" anchor="t">
            <a:noAutofit/>
          </a:bodyPr>
          <a:lstStyle/>
          <a:p>
            <a:pPr marL="0" indent="0" algn="l">
              <a:lnSpc>
                <a:spcPct val="145000"/>
              </a:lnSpc>
              <a:buNone/>
            </a:pPr>
            <a:r>
              <a:rPr lang="en-US" sz="1100" b="1" kern="0" spc="126" dirty="0">
                <a:solidFill>
                  <a:srgbClr val="53476B"/>
                </a:solidFill>
                <a:latin typeface="メイリオ" panose="020B0604030504040204" pitchFamily="50" charset="-128"/>
                <a:ea typeface="メイリオ" panose="020B0604030504040204" pitchFamily="50" charset="-128"/>
                <a:cs typeface="メイリオ" pitchFamily="34" charset="-120"/>
              </a:rPr>
              <a:t>② RESPONSE</a:t>
            </a:r>
            <a:endParaRPr lang="en-US" sz="1100" dirty="0">
              <a:latin typeface="メイリオ" panose="020B0604030504040204" pitchFamily="50" charset="-128"/>
              <a:ea typeface="メイリオ" panose="020B0604030504040204" pitchFamily="50" charset="-128"/>
            </a:endParaRPr>
          </a:p>
        </p:txBody>
      </p:sp>
      <p:sp>
        <p:nvSpPr>
          <p:cNvPr id="29" name="Text 16">
            <a:extLst>
              <a:ext uri="{FF2B5EF4-FFF2-40B4-BE49-F238E27FC236}">
                <a16:creationId xmlns:a16="http://schemas.microsoft.com/office/drawing/2014/main" id="{82706FC0-E85F-CCF2-5940-918F7A850C45}"/>
              </a:ext>
            </a:extLst>
          </p:cNvPr>
          <p:cNvSpPr/>
          <p:nvPr/>
        </p:nvSpPr>
        <p:spPr>
          <a:xfrm>
            <a:off x="3948139" y="3608595"/>
            <a:ext cx="3600000" cy="279400"/>
          </a:xfrm>
          <a:prstGeom prst="rect">
            <a:avLst/>
          </a:prstGeom>
          <a:noFill/>
          <a:ln/>
        </p:spPr>
        <p:txBody>
          <a:bodyPr wrap="square" lIns="0" tIns="0" rIns="0" bIns="0" rtlCol="0" anchor="t">
            <a:noAutofit/>
          </a:bodyPr>
          <a:lstStyle/>
          <a:p>
            <a:pPr marL="0" indent="0" algn="l">
              <a:lnSpc>
                <a:spcPct val="145000"/>
              </a:lnSpc>
              <a:buNone/>
            </a:pPr>
            <a:r>
              <a:rPr lang="en-US" sz="1400" dirty="0">
                <a:solidFill>
                  <a:srgbClr val="000000"/>
                </a:solidFill>
                <a:latin typeface="メイリオ" panose="020B0604030504040204" pitchFamily="50" charset="-128"/>
                <a:ea typeface="メイリオ" panose="020B0604030504040204" pitchFamily="50" charset="-128"/>
                <a:cs typeface="JetBrains Mono" pitchFamily="34" charset="-120"/>
              </a:rPr>
              <a:t>HTTP/1.1 200 OK</a:t>
            </a:r>
            <a:endParaRPr lang="en-US" sz="1400" dirty="0">
              <a:latin typeface="メイリオ" panose="020B0604030504040204" pitchFamily="50" charset="-128"/>
              <a:ea typeface="メイリオ" panose="020B0604030504040204" pitchFamily="50" charset="-128"/>
            </a:endParaRPr>
          </a:p>
        </p:txBody>
      </p:sp>
      <p:sp>
        <p:nvSpPr>
          <p:cNvPr id="30" name="Text 17">
            <a:extLst>
              <a:ext uri="{FF2B5EF4-FFF2-40B4-BE49-F238E27FC236}">
                <a16:creationId xmlns:a16="http://schemas.microsoft.com/office/drawing/2014/main" id="{17FA00FC-B9C3-5F89-E8F5-5646DAC677A9}"/>
              </a:ext>
            </a:extLst>
          </p:cNvPr>
          <p:cNvSpPr/>
          <p:nvPr/>
        </p:nvSpPr>
        <p:spPr>
          <a:xfrm>
            <a:off x="3923417" y="3871642"/>
            <a:ext cx="4788749" cy="279400"/>
          </a:xfrm>
          <a:prstGeom prst="rect">
            <a:avLst/>
          </a:prstGeom>
          <a:noFill/>
          <a:ln/>
        </p:spPr>
        <p:txBody>
          <a:bodyPr wrap="square" lIns="25400" tIns="25400" rIns="25400" bIns="25400" rtlCol="0" anchor="t">
            <a:noAutofit/>
          </a:bodyPr>
          <a:lstStyle/>
          <a:p>
            <a:pPr marL="0" indent="0" algn="l">
              <a:lnSpc>
                <a:spcPct val="145000"/>
              </a:lnSpc>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Set-Cookie: session=abc123; Secure; HttpOnly</a:t>
            </a:r>
            <a:endParaRPr lang="en-US" sz="1200" dirty="0">
              <a:latin typeface="メイリオ" panose="020B0604030504040204" pitchFamily="50" charset="-128"/>
              <a:ea typeface="メイリオ" panose="020B0604030504040204" pitchFamily="50" charset="-128"/>
            </a:endParaRPr>
          </a:p>
        </p:txBody>
      </p:sp>
      <p:sp>
        <p:nvSpPr>
          <p:cNvPr id="31" name="Shape 18">
            <a:extLst>
              <a:ext uri="{FF2B5EF4-FFF2-40B4-BE49-F238E27FC236}">
                <a16:creationId xmlns:a16="http://schemas.microsoft.com/office/drawing/2014/main" id="{311C2655-7DCD-8B87-240A-1D02EB6A0930}"/>
              </a:ext>
            </a:extLst>
          </p:cNvPr>
          <p:cNvSpPr/>
          <p:nvPr/>
        </p:nvSpPr>
        <p:spPr>
          <a:xfrm>
            <a:off x="3757640" y="4463184"/>
            <a:ext cx="4788750" cy="829469"/>
          </a:xfrm>
          <a:prstGeom prst="rect">
            <a:avLst/>
          </a:prstGeom>
          <a:solidFill>
            <a:srgbClr val="53476B"/>
          </a:solidFill>
          <a:ln w="19050">
            <a:solidFill>
              <a:srgbClr val="53476B"/>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32" name="Shape 19">
            <a:extLst>
              <a:ext uri="{FF2B5EF4-FFF2-40B4-BE49-F238E27FC236}">
                <a16:creationId xmlns:a16="http://schemas.microsoft.com/office/drawing/2014/main" id="{4B131FE4-94F4-F6F7-66EC-DB523E6DE16A}"/>
              </a:ext>
            </a:extLst>
          </p:cNvPr>
          <p:cNvSpPr/>
          <p:nvPr/>
        </p:nvSpPr>
        <p:spPr>
          <a:xfrm>
            <a:off x="3948141" y="4367934"/>
            <a:ext cx="2605828" cy="193278"/>
          </a:xfrm>
          <a:prstGeom prst="rect">
            <a:avLst/>
          </a:prstGeom>
          <a:solidFill>
            <a:srgbClr val="FFFFFF"/>
          </a:solidFill>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33" name="Text 20">
            <a:extLst>
              <a:ext uri="{FF2B5EF4-FFF2-40B4-BE49-F238E27FC236}">
                <a16:creationId xmlns:a16="http://schemas.microsoft.com/office/drawing/2014/main" id="{5D898413-8B44-B5A6-5FF5-FF664E8B27EE}"/>
              </a:ext>
            </a:extLst>
          </p:cNvPr>
          <p:cNvSpPr/>
          <p:nvPr/>
        </p:nvSpPr>
        <p:spPr>
          <a:xfrm>
            <a:off x="3986239" y="4329834"/>
            <a:ext cx="3600000" cy="231378"/>
          </a:xfrm>
          <a:prstGeom prst="rect">
            <a:avLst/>
          </a:prstGeom>
          <a:noFill/>
          <a:ln/>
        </p:spPr>
        <p:txBody>
          <a:bodyPr wrap="square" lIns="25400" tIns="25400" rIns="25400" bIns="25400" rtlCol="0" anchor="t">
            <a:noAutofit/>
          </a:bodyPr>
          <a:lstStyle/>
          <a:p>
            <a:pPr marL="0" indent="0" algn="l">
              <a:lnSpc>
                <a:spcPct val="145000"/>
              </a:lnSpc>
              <a:buNone/>
            </a:pPr>
            <a:r>
              <a:rPr lang="en-US" sz="1100" b="1" kern="0" spc="126" dirty="0">
                <a:solidFill>
                  <a:srgbClr val="53476B"/>
                </a:solidFill>
                <a:latin typeface="メイリオ" panose="020B0604030504040204" pitchFamily="50" charset="-128"/>
                <a:ea typeface="メイリオ" panose="020B0604030504040204" pitchFamily="50" charset="-128"/>
                <a:cs typeface="メイリオ" pitchFamily="34" charset="-120"/>
              </a:rPr>
              <a:t>③ NEXT REQUEST（自動付与）</a:t>
            </a:r>
            <a:endParaRPr lang="en-US" sz="1100" dirty="0">
              <a:latin typeface="メイリオ" panose="020B0604030504040204" pitchFamily="50" charset="-128"/>
              <a:ea typeface="メイリオ" panose="020B0604030504040204" pitchFamily="50" charset="-128"/>
            </a:endParaRPr>
          </a:p>
        </p:txBody>
      </p:sp>
      <p:sp>
        <p:nvSpPr>
          <p:cNvPr id="34" name="Text 21">
            <a:extLst>
              <a:ext uri="{FF2B5EF4-FFF2-40B4-BE49-F238E27FC236}">
                <a16:creationId xmlns:a16="http://schemas.microsoft.com/office/drawing/2014/main" id="{A27E8F87-BB36-E831-9781-A202E9222447}"/>
              </a:ext>
            </a:extLst>
          </p:cNvPr>
          <p:cNvSpPr/>
          <p:nvPr/>
        </p:nvSpPr>
        <p:spPr>
          <a:xfrm>
            <a:off x="3948139" y="4624734"/>
            <a:ext cx="2275755" cy="279400"/>
          </a:xfrm>
          <a:prstGeom prst="rect">
            <a:avLst/>
          </a:prstGeom>
          <a:noFill/>
          <a:ln/>
        </p:spPr>
        <p:txBody>
          <a:bodyPr wrap="square" lIns="25400" tIns="25400" rIns="25400" bIns="25400" rtlCol="0" anchor="t">
            <a:noAutofit/>
          </a:bodyPr>
          <a:lstStyle/>
          <a:p>
            <a:pPr marL="0" indent="0" algn="l">
              <a:lnSpc>
                <a:spcPct val="145000"/>
              </a:lnSpc>
              <a:buNone/>
            </a:pPr>
            <a:r>
              <a:rPr lang="en-US" sz="1400" dirty="0">
                <a:solidFill>
                  <a:srgbClr val="FFFFFF">
                    <a:alpha val="60000"/>
                  </a:srgbClr>
                </a:solidFill>
                <a:latin typeface="メイリオ" panose="020B0604030504040204" pitchFamily="50" charset="-128"/>
                <a:ea typeface="メイリオ" panose="020B0604030504040204" pitchFamily="50" charset="-128"/>
                <a:cs typeface="JetBrains Mono" pitchFamily="34" charset="-120"/>
              </a:rPr>
              <a:t>GET /mypage HTTP/1.1</a:t>
            </a:r>
            <a:endParaRPr lang="en-US" sz="1400" dirty="0">
              <a:latin typeface="メイリオ" panose="020B0604030504040204" pitchFamily="50" charset="-128"/>
              <a:ea typeface="メイリオ" panose="020B0604030504040204" pitchFamily="50" charset="-128"/>
            </a:endParaRPr>
          </a:p>
        </p:txBody>
      </p:sp>
      <p:sp>
        <p:nvSpPr>
          <p:cNvPr id="35" name="Shape 22">
            <a:extLst>
              <a:ext uri="{FF2B5EF4-FFF2-40B4-BE49-F238E27FC236}">
                <a16:creationId xmlns:a16="http://schemas.microsoft.com/office/drawing/2014/main" id="{31347C4A-5162-1274-6E3A-76E319263867}"/>
              </a:ext>
            </a:extLst>
          </p:cNvPr>
          <p:cNvSpPr/>
          <p:nvPr/>
        </p:nvSpPr>
        <p:spPr>
          <a:xfrm>
            <a:off x="3963738" y="4932510"/>
            <a:ext cx="2495636" cy="241300"/>
          </a:xfrm>
          <a:prstGeom prst="rect">
            <a:avLst/>
          </a:prstGeom>
          <a:solidFill>
            <a:srgbClr val="A098B0"/>
          </a:solidFill>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36" name="Text 23">
            <a:extLst>
              <a:ext uri="{FF2B5EF4-FFF2-40B4-BE49-F238E27FC236}">
                <a16:creationId xmlns:a16="http://schemas.microsoft.com/office/drawing/2014/main" id="{3EAD6D74-927D-4043-D43B-4C9B116AD321}"/>
              </a:ext>
            </a:extLst>
          </p:cNvPr>
          <p:cNvSpPr/>
          <p:nvPr/>
        </p:nvSpPr>
        <p:spPr>
          <a:xfrm>
            <a:off x="3963738" y="4891852"/>
            <a:ext cx="2495636" cy="279400"/>
          </a:xfrm>
          <a:prstGeom prst="rect">
            <a:avLst/>
          </a:prstGeom>
          <a:noFill/>
          <a:ln/>
        </p:spPr>
        <p:txBody>
          <a:bodyPr wrap="square" lIns="25400" tIns="25400" rIns="25400" bIns="25400" rtlCol="0" anchor="t">
            <a:noAutofit/>
          </a:bodyPr>
          <a:lstStyle/>
          <a:p>
            <a:pPr marL="0" indent="0" algn="l">
              <a:lnSpc>
                <a:spcPct val="145000"/>
              </a:lnSpc>
              <a:buNone/>
            </a:pPr>
            <a:r>
              <a:rPr lang="en-US" sz="1200" b="1" dirty="0">
                <a:solidFill>
                  <a:srgbClr val="FFFFFF"/>
                </a:solidFill>
                <a:latin typeface="メイリオ" panose="020B0604030504040204" pitchFamily="50" charset="-128"/>
                <a:ea typeface="メイリオ" panose="020B0604030504040204" pitchFamily="50" charset="-128"/>
                <a:cs typeface="JetBrains Mono" pitchFamily="34" charset="-120"/>
              </a:rPr>
              <a:t>Cookie: session=abc123</a:t>
            </a:r>
            <a:endParaRPr lang="en-US" sz="1200" dirty="0">
              <a:latin typeface="メイリオ" panose="020B0604030504040204" pitchFamily="50" charset="-128"/>
              <a:ea typeface="メイリオ" panose="020B0604030504040204" pitchFamily="50" charset="-128"/>
            </a:endParaRPr>
          </a:p>
        </p:txBody>
      </p:sp>
      <p:sp>
        <p:nvSpPr>
          <p:cNvPr id="37" name="Shape 24">
            <a:extLst>
              <a:ext uri="{FF2B5EF4-FFF2-40B4-BE49-F238E27FC236}">
                <a16:creationId xmlns:a16="http://schemas.microsoft.com/office/drawing/2014/main" id="{A5ACEEB3-A5DF-B9CC-3DEF-04AEB7A4D0AD}"/>
              </a:ext>
            </a:extLst>
          </p:cNvPr>
          <p:cNvSpPr/>
          <p:nvPr/>
        </p:nvSpPr>
        <p:spPr>
          <a:xfrm>
            <a:off x="9053706" y="2723681"/>
            <a:ext cx="2286000" cy="2568972"/>
          </a:xfrm>
          <a:prstGeom prst="rect">
            <a:avLst/>
          </a:prstGeom>
          <a:solidFill>
            <a:srgbClr val="FFFFFF"/>
          </a:solidFill>
          <a:ln w="254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 25">
            <a:extLst>
              <a:ext uri="{FF2B5EF4-FFF2-40B4-BE49-F238E27FC236}">
                <a16:creationId xmlns:a16="http://schemas.microsoft.com/office/drawing/2014/main" id="{5E8A55EA-FF5B-B93B-90A1-2DE367FAECAE}"/>
              </a:ext>
            </a:extLst>
          </p:cNvPr>
          <p:cNvSpPr/>
          <p:nvPr/>
        </p:nvSpPr>
        <p:spPr>
          <a:xfrm>
            <a:off x="9231507" y="3274742"/>
            <a:ext cx="1930400" cy="800100"/>
          </a:xfrm>
          <a:prstGeom prst="rect">
            <a:avLst/>
          </a:prstGeom>
          <a:noFill/>
          <a:ln/>
        </p:spPr>
        <p:txBody>
          <a:bodyPr wrap="square" lIns="25400" tIns="25400" rIns="25400" bIns="25400" rtlCol="0" anchor="t">
            <a:normAutofit/>
          </a:bodyPr>
          <a:lstStyle/>
          <a:p>
            <a:pPr marL="0" indent="0" algn="ctr">
              <a:buNone/>
            </a:pPr>
            <a:r>
              <a:rPr lang="en-US" sz="4500"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sz="4500" dirty="0">
              <a:latin typeface="メイリオ" panose="020B0604030504040204" pitchFamily="50" charset="-128"/>
              <a:ea typeface="メイリオ" panose="020B0604030504040204" pitchFamily="50" charset="-128"/>
            </a:endParaRPr>
          </a:p>
        </p:txBody>
      </p:sp>
      <p:sp>
        <p:nvSpPr>
          <p:cNvPr id="39" name="Text 26">
            <a:extLst>
              <a:ext uri="{FF2B5EF4-FFF2-40B4-BE49-F238E27FC236}">
                <a16:creationId xmlns:a16="http://schemas.microsoft.com/office/drawing/2014/main" id="{CDB9B632-C987-4AC8-5291-CEE8FD755F46}"/>
              </a:ext>
            </a:extLst>
          </p:cNvPr>
          <p:cNvSpPr/>
          <p:nvPr/>
        </p:nvSpPr>
        <p:spPr>
          <a:xfrm>
            <a:off x="9231507" y="4151042"/>
            <a:ext cx="1930400" cy="342900"/>
          </a:xfrm>
          <a:prstGeom prst="rect">
            <a:avLst/>
          </a:prstGeom>
          <a:noFill/>
          <a:ln/>
        </p:spPr>
        <p:txBody>
          <a:bodyPr wrap="square" lIns="25400" tIns="25400" rIns="25400" bIns="25400" rtlCol="0" anchor="t">
            <a:normAutofit fontScale="92500"/>
          </a:bodyPr>
          <a:lstStyle/>
          <a:p>
            <a:pPr marL="0" indent="0" algn="ctr">
              <a:buNone/>
            </a:pPr>
            <a:r>
              <a:rPr lang="en-US" sz="2100" b="1" kern="0" spc="168" dirty="0">
                <a:solidFill>
                  <a:srgbClr val="000000"/>
                </a:solidFill>
                <a:latin typeface="メイリオ" panose="020B0604030504040204" pitchFamily="50" charset="-128"/>
                <a:ea typeface="メイリオ" panose="020B0604030504040204" pitchFamily="50" charset="-128"/>
                <a:cs typeface="Arial" pitchFamily="34" charset="-120"/>
              </a:rPr>
              <a:t>Server</a:t>
            </a:r>
            <a:endParaRPr lang="en-US" sz="2100" dirty="0">
              <a:latin typeface="メイリオ" panose="020B0604030504040204" pitchFamily="50" charset="-128"/>
              <a:ea typeface="メイリオ" panose="020B0604030504040204" pitchFamily="50" charset="-128"/>
            </a:endParaRPr>
          </a:p>
        </p:txBody>
      </p:sp>
      <p:sp>
        <p:nvSpPr>
          <p:cNvPr id="40" name="Text 27">
            <a:extLst>
              <a:ext uri="{FF2B5EF4-FFF2-40B4-BE49-F238E27FC236}">
                <a16:creationId xmlns:a16="http://schemas.microsoft.com/office/drawing/2014/main" id="{9825BD77-DBD3-989E-2382-F788B92E0270}"/>
              </a:ext>
            </a:extLst>
          </p:cNvPr>
          <p:cNvSpPr/>
          <p:nvPr/>
        </p:nvSpPr>
        <p:spPr>
          <a:xfrm>
            <a:off x="9231507" y="4512992"/>
            <a:ext cx="1930400" cy="266700"/>
          </a:xfrm>
          <a:prstGeom prst="rect">
            <a:avLst/>
          </a:prstGeom>
          <a:noFill/>
          <a:ln/>
        </p:spPr>
        <p:txBody>
          <a:bodyPr wrap="square" lIns="25400" tIns="25400" rIns="25400" bIns="25400" rtlCol="0" anchor="t">
            <a:normAutofit/>
          </a:bodyPr>
          <a:lstStyle/>
          <a:p>
            <a:pPr marL="0" indent="0" algn="ctr">
              <a:buNone/>
            </a:pPr>
            <a:r>
              <a:rPr lang="en-US" sz="1350" kern="0" spc="54" dirty="0">
                <a:solidFill>
                  <a:srgbClr val="6B6478"/>
                </a:solidFill>
                <a:latin typeface="メイリオ" panose="020B0604030504040204" pitchFamily="50" charset="-128"/>
                <a:ea typeface="メイリオ" panose="020B0604030504040204" pitchFamily="50" charset="-128"/>
                <a:cs typeface="JetBrains Mono" pitchFamily="34" charset="-120"/>
              </a:rPr>
              <a:t>Origin</a:t>
            </a:r>
            <a:endParaRPr lang="en-US" sz="135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26262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FCC7-5D07-6709-7D0E-EE9E6FFD5F6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ECF71A7-BFA5-56C0-D9E1-4C374CEF65F3}"/>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3" name="AutoShape 3">
            <a:extLst>
              <a:ext uri="{FF2B5EF4-FFF2-40B4-BE49-F238E27FC236}">
                <a16:creationId xmlns:a16="http://schemas.microsoft.com/office/drawing/2014/main" id="{34988A50-5893-015F-0206-21A06D5CA63C}"/>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4" name="Group 4">
            <a:extLst>
              <a:ext uri="{FF2B5EF4-FFF2-40B4-BE49-F238E27FC236}">
                <a16:creationId xmlns:a16="http://schemas.microsoft.com/office/drawing/2014/main" id="{460E6A35-C0E7-43ED-BCE5-18AC9EF72FB9}"/>
              </a:ext>
            </a:extLst>
          </p:cNvPr>
          <p:cNvGrpSpPr/>
          <p:nvPr/>
        </p:nvGrpSpPr>
        <p:grpSpPr>
          <a:xfrm>
            <a:off x="347001" y="411790"/>
            <a:ext cx="591239" cy="89687"/>
            <a:chOff x="0" y="0"/>
            <a:chExt cx="233576" cy="35432"/>
          </a:xfrm>
        </p:grpSpPr>
        <p:sp>
          <p:nvSpPr>
            <p:cNvPr id="5" name="Freeform 5">
              <a:extLst>
                <a:ext uri="{FF2B5EF4-FFF2-40B4-BE49-F238E27FC236}">
                  <a16:creationId xmlns:a16="http://schemas.microsoft.com/office/drawing/2014/main" id="{9E11A9D1-A21C-479D-A70B-5BFFAB5A03BA}"/>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 name="TextBox 6">
              <a:extLst>
                <a:ext uri="{FF2B5EF4-FFF2-40B4-BE49-F238E27FC236}">
                  <a16:creationId xmlns:a16="http://schemas.microsoft.com/office/drawing/2014/main" id="{CBEC7C43-97E3-BEB7-409A-EAB3428FCB96}"/>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53" name="TextBox 13">
            <a:extLst>
              <a:ext uri="{FF2B5EF4-FFF2-40B4-BE49-F238E27FC236}">
                <a16:creationId xmlns:a16="http://schemas.microsoft.com/office/drawing/2014/main" id="{D39B3DC7-B32E-15AA-409A-8810C26A1208}"/>
              </a:ext>
            </a:extLst>
          </p:cNvPr>
          <p:cNvSpPr txBox="1"/>
          <p:nvPr/>
        </p:nvSpPr>
        <p:spPr>
          <a:xfrm>
            <a:off x="1147976" y="295790"/>
            <a:ext cx="4780384" cy="617477"/>
          </a:xfrm>
          <a:prstGeom prst="rect">
            <a:avLst/>
          </a:prstGeom>
        </p:spPr>
        <p:txBody>
          <a:bodyPr wrap="square" lIns="0" tIns="0" rIns="0" bIns="0" rtlCol="0" anchor="t">
            <a:spAutoFit/>
          </a:bodyPr>
          <a:lstStyle/>
          <a:p>
            <a:pPr>
              <a:lnSpc>
                <a:spcPts val="4546"/>
              </a:lnSpc>
            </a:pPr>
            <a:r>
              <a:rPr lang="en-US" altLang="ja-JP" sz="4800" b="1" spc="679" dirty="0">
                <a:latin typeface="メイリオ" panose="020B0604030504040204" pitchFamily="50" charset="-128"/>
                <a:ea typeface="メイリオ" panose="020B0604030504040204" pitchFamily="50" charset="-128"/>
                <a:cs typeface="Noto Sans JP Medium"/>
                <a:sym typeface="Noto Sans JP Medium"/>
              </a:rPr>
              <a:t>Cookie</a:t>
            </a: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の属性</a:t>
            </a:r>
            <a:endParaRPr lang="en-US" altLang="ja-JP" sz="4800" b="1" spc="679" dirty="0">
              <a:latin typeface="メイリオ" panose="020B0604030504040204" pitchFamily="50" charset="-128"/>
              <a:ea typeface="メイリオ" panose="020B0604030504040204" pitchFamily="50" charset="-128"/>
              <a:cs typeface="Noto Sans JP Medium"/>
              <a:sym typeface="Noto Sans JP Medium"/>
            </a:endParaRPr>
          </a:p>
        </p:txBody>
      </p:sp>
      <p:sp>
        <p:nvSpPr>
          <p:cNvPr id="7" name="日付プレースホルダー 6">
            <a:extLst>
              <a:ext uri="{FF2B5EF4-FFF2-40B4-BE49-F238E27FC236}">
                <a16:creationId xmlns:a16="http://schemas.microsoft.com/office/drawing/2014/main" id="{EAA9EEDD-919C-3ACC-B549-1F117B1A0B67}"/>
              </a:ext>
            </a:extLst>
          </p:cNvPr>
          <p:cNvSpPr>
            <a:spLocks noGrp="1"/>
          </p:cNvSpPr>
          <p:nvPr>
            <p:ph type="dt" sz="half" idx="10"/>
          </p:nvPr>
        </p:nvSpPr>
        <p:spPr/>
        <p:txBody>
          <a:bodyPr/>
          <a:lstStyle/>
          <a:p>
            <a:r>
              <a:rPr kumimoji="1" lang="en-US" altLang="ja-JP"/>
              <a:t>2026/07/09</a:t>
            </a:r>
            <a:endParaRPr kumimoji="1" lang="ja-JP" altLang="en-US"/>
          </a:p>
        </p:txBody>
      </p:sp>
      <p:sp>
        <p:nvSpPr>
          <p:cNvPr id="8" name="スライド番号プレースホルダー 7">
            <a:extLst>
              <a:ext uri="{FF2B5EF4-FFF2-40B4-BE49-F238E27FC236}">
                <a16:creationId xmlns:a16="http://schemas.microsoft.com/office/drawing/2014/main" id="{114584B0-4300-25C1-851E-80FDF89D1BF4}"/>
              </a:ext>
            </a:extLst>
          </p:cNvPr>
          <p:cNvSpPr>
            <a:spLocks noGrp="1"/>
          </p:cNvSpPr>
          <p:nvPr>
            <p:ph type="sldNum" sz="quarter" idx="12"/>
          </p:nvPr>
        </p:nvSpPr>
        <p:spPr/>
        <p:txBody>
          <a:bodyPr/>
          <a:lstStyle/>
          <a:p>
            <a:fld id="{4E9148DC-F7ED-4428-85F4-2C78C4B0CFB7}" type="slidenum">
              <a:rPr kumimoji="1" lang="ja-JP" altLang="en-US" smtClean="0"/>
              <a:t>6</a:t>
            </a:fld>
            <a:endParaRPr kumimoji="1" lang="ja-JP" altLang="en-US"/>
          </a:p>
        </p:txBody>
      </p:sp>
      <p:sp>
        <p:nvSpPr>
          <p:cNvPr id="9" name="Shape 4">
            <a:extLst>
              <a:ext uri="{FF2B5EF4-FFF2-40B4-BE49-F238E27FC236}">
                <a16:creationId xmlns:a16="http://schemas.microsoft.com/office/drawing/2014/main" id="{ED08596C-0C11-849B-E113-624BE1BD677A}"/>
              </a:ext>
            </a:extLst>
          </p:cNvPr>
          <p:cNvSpPr/>
          <p:nvPr/>
        </p:nvSpPr>
        <p:spPr>
          <a:xfrm>
            <a:off x="748051" y="1871095"/>
            <a:ext cx="2788940" cy="25400"/>
          </a:xfrm>
          <a:prstGeom prst="rect">
            <a:avLst/>
          </a:prstGeom>
          <a:solidFill>
            <a:srgbClr val="53476B"/>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 name="Text 5">
            <a:extLst>
              <a:ext uri="{FF2B5EF4-FFF2-40B4-BE49-F238E27FC236}">
                <a16:creationId xmlns:a16="http://schemas.microsoft.com/office/drawing/2014/main" id="{D3DDC2F8-02EF-76F6-7D25-58CDB7F389C7}"/>
              </a:ext>
            </a:extLst>
          </p:cNvPr>
          <p:cNvSpPr/>
          <p:nvPr/>
        </p:nvSpPr>
        <p:spPr>
          <a:xfrm>
            <a:off x="976651" y="1563120"/>
            <a:ext cx="2415408" cy="273050"/>
          </a:xfrm>
          <a:prstGeom prst="rect">
            <a:avLst/>
          </a:prstGeom>
          <a:noFill/>
          <a:ln/>
        </p:spPr>
        <p:txBody>
          <a:bodyPr wrap="square" lIns="25400" tIns="25400" rIns="25400" bIns="25400" rtlCol="0" anchor="ctr">
            <a:noAutofit/>
          </a:bodyPr>
          <a:lstStyle/>
          <a:p>
            <a:pPr marL="0" indent="0" algn="l">
              <a:buNone/>
            </a:pPr>
            <a:r>
              <a:rPr lang="en-US" sz="2000" b="1" kern="0" spc="189" dirty="0">
                <a:solidFill>
                  <a:srgbClr val="53476B"/>
                </a:solidFill>
                <a:latin typeface="メイリオ" panose="020B0604030504040204" pitchFamily="50" charset="-128"/>
                <a:ea typeface="メイリオ" panose="020B0604030504040204" pitchFamily="50" charset="-128"/>
                <a:cs typeface="Arial" pitchFamily="34" charset="-120"/>
              </a:rPr>
              <a:t>ATTRIBUTE</a:t>
            </a:r>
            <a:endParaRPr lang="en-US" sz="2000" dirty="0">
              <a:latin typeface="メイリオ" panose="020B0604030504040204" pitchFamily="50" charset="-128"/>
              <a:ea typeface="メイリオ" panose="020B0604030504040204" pitchFamily="50" charset="-128"/>
            </a:endParaRPr>
          </a:p>
        </p:txBody>
      </p:sp>
      <p:sp>
        <p:nvSpPr>
          <p:cNvPr id="14" name="Shape 6">
            <a:extLst>
              <a:ext uri="{FF2B5EF4-FFF2-40B4-BE49-F238E27FC236}">
                <a16:creationId xmlns:a16="http://schemas.microsoft.com/office/drawing/2014/main" id="{E76089D2-F00B-9FBF-3DC0-0F7CDBA83478}"/>
              </a:ext>
            </a:extLst>
          </p:cNvPr>
          <p:cNvSpPr/>
          <p:nvPr/>
        </p:nvSpPr>
        <p:spPr>
          <a:xfrm>
            <a:off x="3536991" y="1871095"/>
            <a:ext cx="3619500" cy="25400"/>
          </a:xfrm>
          <a:prstGeom prst="rect">
            <a:avLst/>
          </a:prstGeom>
          <a:solidFill>
            <a:srgbClr val="53476B"/>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23AB0CF6-BF24-49D6-3E39-C42560494804}"/>
              </a:ext>
            </a:extLst>
          </p:cNvPr>
          <p:cNvSpPr/>
          <p:nvPr/>
        </p:nvSpPr>
        <p:spPr>
          <a:xfrm>
            <a:off x="3765591" y="1563120"/>
            <a:ext cx="3270885" cy="273050"/>
          </a:xfrm>
          <a:prstGeom prst="rect">
            <a:avLst/>
          </a:prstGeom>
          <a:noFill/>
          <a:ln/>
        </p:spPr>
        <p:txBody>
          <a:bodyPr wrap="square" lIns="25400" tIns="25400" rIns="25400" bIns="25400" rtlCol="0" anchor="ctr">
            <a:noAutofit/>
          </a:bodyPr>
          <a:lstStyle/>
          <a:p>
            <a:pPr marL="0" indent="0" algn="l">
              <a:buNone/>
            </a:pPr>
            <a:r>
              <a:rPr lang="en-US" sz="2000" b="1" kern="0" spc="189" dirty="0">
                <a:solidFill>
                  <a:srgbClr val="53476B"/>
                </a:solidFill>
                <a:latin typeface="メイリオ" panose="020B0604030504040204" pitchFamily="50" charset="-128"/>
                <a:ea typeface="メイリオ" panose="020B0604030504040204" pitchFamily="50" charset="-128"/>
                <a:cs typeface="Arial" pitchFamily="34" charset="-120"/>
              </a:rPr>
              <a:t>役割</a:t>
            </a:r>
            <a:endParaRPr lang="en-US" sz="2000" dirty="0">
              <a:latin typeface="メイリオ" panose="020B0604030504040204" pitchFamily="50" charset="-128"/>
              <a:ea typeface="メイリオ" panose="020B0604030504040204" pitchFamily="50" charset="-128"/>
            </a:endParaRPr>
          </a:p>
        </p:txBody>
      </p:sp>
      <p:sp>
        <p:nvSpPr>
          <p:cNvPr id="16" name="Shape 8">
            <a:extLst>
              <a:ext uri="{FF2B5EF4-FFF2-40B4-BE49-F238E27FC236}">
                <a16:creationId xmlns:a16="http://schemas.microsoft.com/office/drawing/2014/main" id="{6EC7E770-416C-C47F-625B-73310D0D49EE}"/>
              </a:ext>
            </a:extLst>
          </p:cNvPr>
          <p:cNvSpPr/>
          <p:nvPr/>
        </p:nvSpPr>
        <p:spPr>
          <a:xfrm>
            <a:off x="7156491" y="1871095"/>
            <a:ext cx="4752000" cy="25400"/>
          </a:xfrm>
          <a:prstGeom prst="rect">
            <a:avLst/>
          </a:prstGeom>
          <a:solidFill>
            <a:srgbClr val="53476B"/>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 9">
            <a:extLst>
              <a:ext uri="{FF2B5EF4-FFF2-40B4-BE49-F238E27FC236}">
                <a16:creationId xmlns:a16="http://schemas.microsoft.com/office/drawing/2014/main" id="{2C08D538-BEEF-2D21-9511-445B1FC07294}"/>
              </a:ext>
            </a:extLst>
          </p:cNvPr>
          <p:cNvSpPr/>
          <p:nvPr/>
        </p:nvSpPr>
        <p:spPr>
          <a:xfrm>
            <a:off x="7385091" y="1563120"/>
            <a:ext cx="4752000" cy="273050"/>
          </a:xfrm>
          <a:prstGeom prst="rect">
            <a:avLst/>
          </a:prstGeom>
          <a:noFill/>
          <a:ln/>
        </p:spPr>
        <p:txBody>
          <a:bodyPr wrap="square" lIns="25400" tIns="25400" rIns="25400" bIns="25400" rtlCol="0" anchor="ctr">
            <a:noAutofit/>
          </a:bodyPr>
          <a:lstStyle/>
          <a:p>
            <a:pPr marL="0" indent="0" algn="l">
              <a:buNone/>
            </a:pPr>
            <a:r>
              <a:rPr lang="en-US" sz="2000" b="1" kern="0" spc="189" dirty="0">
                <a:solidFill>
                  <a:srgbClr val="53476B"/>
                </a:solidFill>
                <a:latin typeface="メイリオ" panose="020B0604030504040204" pitchFamily="50" charset="-128"/>
                <a:ea typeface="メイリオ" panose="020B0604030504040204" pitchFamily="50" charset="-128"/>
                <a:cs typeface="Arial" pitchFamily="34" charset="-120"/>
              </a:rPr>
              <a:t>属性を付けないと…</a:t>
            </a:r>
            <a:endParaRPr lang="en-US" sz="2000" dirty="0">
              <a:latin typeface="メイリオ" panose="020B0604030504040204" pitchFamily="50" charset="-128"/>
              <a:ea typeface="メイリオ" panose="020B0604030504040204" pitchFamily="50" charset="-128"/>
            </a:endParaRPr>
          </a:p>
        </p:txBody>
      </p:sp>
      <p:sp>
        <p:nvSpPr>
          <p:cNvPr id="22" name="Shape 10">
            <a:extLst>
              <a:ext uri="{FF2B5EF4-FFF2-40B4-BE49-F238E27FC236}">
                <a16:creationId xmlns:a16="http://schemas.microsoft.com/office/drawing/2014/main" id="{7E6E2F73-C706-395F-5D1F-3BCECE4539C9}"/>
              </a:ext>
            </a:extLst>
          </p:cNvPr>
          <p:cNvSpPr/>
          <p:nvPr/>
        </p:nvSpPr>
        <p:spPr>
          <a:xfrm>
            <a:off x="748051" y="2648970"/>
            <a:ext cx="278894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3" name="Text 11">
            <a:extLst>
              <a:ext uri="{FF2B5EF4-FFF2-40B4-BE49-F238E27FC236}">
                <a16:creationId xmlns:a16="http://schemas.microsoft.com/office/drawing/2014/main" id="{D192F15E-903B-6008-5CB4-C149C0654BE6}"/>
              </a:ext>
            </a:extLst>
          </p:cNvPr>
          <p:cNvSpPr/>
          <p:nvPr/>
        </p:nvSpPr>
        <p:spPr>
          <a:xfrm>
            <a:off x="976651" y="2106045"/>
            <a:ext cx="2415408" cy="371475"/>
          </a:xfrm>
          <a:prstGeom prst="rect">
            <a:avLst/>
          </a:prstGeom>
          <a:noFill/>
          <a:ln/>
        </p:spPr>
        <p:txBody>
          <a:bodyPr wrap="square" lIns="25400" tIns="25400" rIns="25400" bIns="25400" rtlCol="0" anchor="ctr">
            <a:normAutofit/>
          </a:bodyPr>
          <a:lstStyle/>
          <a:p>
            <a:pPr marL="0" indent="0" algn="l">
              <a:buNone/>
            </a:pPr>
            <a:r>
              <a:rPr lang="en-US" sz="1600" b="1" dirty="0">
                <a:solidFill>
                  <a:srgbClr val="53476B"/>
                </a:solidFill>
                <a:latin typeface="メイリオ" panose="020B0604030504040204" pitchFamily="50" charset="-128"/>
                <a:ea typeface="メイリオ" panose="020B0604030504040204" pitchFamily="50" charset="-128"/>
                <a:cs typeface="JetBrains Mono" pitchFamily="34" charset="-120"/>
              </a:rPr>
              <a:t>Secure</a:t>
            </a:r>
            <a:endParaRPr lang="en-US" sz="1600" dirty="0">
              <a:latin typeface="メイリオ" panose="020B0604030504040204" pitchFamily="50" charset="-128"/>
              <a:ea typeface="メイリオ" panose="020B0604030504040204" pitchFamily="50" charset="-128"/>
            </a:endParaRPr>
          </a:p>
        </p:txBody>
      </p:sp>
      <p:sp>
        <p:nvSpPr>
          <p:cNvPr id="41" name="Shape 12">
            <a:extLst>
              <a:ext uri="{FF2B5EF4-FFF2-40B4-BE49-F238E27FC236}">
                <a16:creationId xmlns:a16="http://schemas.microsoft.com/office/drawing/2014/main" id="{AE10D2F6-622D-CBB7-74BA-8BBCD4FA1660}"/>
              </a:ext>
            </a:extLst>
          </p:cNvPr>
          <p:cNvSpPr/>
          <p:nvPr/>
        </p:nvSpPr>
        <p:spPr>
          <a:xfrm>
            <a:off x="3536991" y="2648970"/>
            <a:ext cx="36195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2" name="Text 13">
            <a:extLst>
              <a:ext uri="{FF2B5EF4-FFF2-40B4-BE49-F238E27FC236}">
                <a16:creationId xmlns:a16="http://schemas.microsoft.com/office/drawing/2014/main" id="{1B381F86-D522-7F70-A12E-2DE75BFE7F68}"/>
              </a:ext>
            </a:extLst>
          </p:cNvPr>
          <p:cNvSpPr/>
          <p:nvPr/>
        </p:nvSpPr>
        <p:spPr>
          <a:xfrm>
            <a:off x="3765591" y="2106045"/>
            <a:ext cx="3270885" cy="371475"/>
          </a:xfrm>
          <a:prstGeom prst="rect">
            <a:avLst/>
          </a:prstGeom>
          <a:noFill/>
          <a:ln/>
        </p:spPr>
        <p:txBody>
          <a:bodyPr wrap="square" lIns="25400" tIns="25400" rIns="25400" bIns="25400" rtlCol="0" anchor="ctr">
            <a:normAutofit/>
          </a:bodyPr>
          <a:lstStyle/>
          <a:p>
            <a:pPr marL="0" indent="0" algn="l">
              <a:buNone/>
            </a:pPr>
            <a:r>
              <a:rPr lang="en-US" sz="1600" b="1" dirty="0">
                <a:solidFill>
                  <a:srgbClr val="000000"/>
                </a:solidFill>
                <a:latin typeface="メイリオ" panose="020B0604030504040204" pitchFamily="50" charset="-128"/>
                <a:ea typeface="メイリオ" panose="020B0604030504040204" pitchFamily="50" charset="-128"/>
                <a:cs typeface="Arial" pitchFamily="34" charset="-120"/>
              </a:rPr>
              <a:t>HTTPS でのみ送信</a:t>
            </a:r>
            <a:endParaRPr lang="en-US" sz="1600" dirty="0">
              <a:latin typeface="メイリオ" panose="020B0604030504040204" pitchFamily="50" charset="-128"/>
              <a:ea typeface="メイリオ" panose="020B0604030504040204" pitchFamily="50" charset="-128"/>
            </a:endParaRPr>
          </a:p>
        </p:txBody>
      </p:sp>
      <p:sp>
        <p:nvSpPr>
          <p:cNvPr id="43" name="Shape 14">
            <a:extLst>
              <a:ext uri="{FF2B5EF4-FFF2-40B4-BE49-F238E27FC236}">
                <a16:creationId xmlns:a16="http://schemas.microsoft.com/office/drawing/2014/main" id="{BF1A2E11-EFFA-461F-9014-D8E874E406BB}"/>
              </a:ext>
            </a:extLst>
          </p:cNvPr>
          <p:cNvSpPr/>
          <p:nvPr/>
        </p:nvSpPr>
        <p:spPr>
          <a:xfrm>
            <a:off x="7156491" y="2648970"/>
            <a:ext cx="47520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4" name="Text 15">
            <a:extLst>
              <a:ext uri="{FF2B5EF4-FFF2-40B4-BE49-F238E27FC236}">
                <a16:creationId xmlns:a16="http://schemas.microsoft.com/office/drawing/2014/main" id="{A7B4E2C2-C44F-39C5-2082-06C5DD3BF790}"/>
              </a:ext>
            </a:extLst>
          </p:cNvPr>
          <p:cNvSpPr/>
          <p:nvPr/>
        </p:nvSpPr>
        <p:spPr>
          <a:xfrm>
            <a:off x="7385091" y="2106045"/>
            <a:ext cx="4752000" cy="371475"/>
          </a:xfrm>
          <a:prstGeom prst="rect">
            <a:avLst/>
          </a:prstGeom>
          <a:noFill/>
          <a:ln/>
        </p:spPr>
        <p:txBody>
          <a:bodyPr wrap="square" lIns="25400" tIns="25400" rIns="25400" bIns="25400" rtlCol="0" anchor="ctr">
            <a:normAutofit/>
          </a:bodyPr>
          <a:lstStyle/>
          <a:p>
            <a:pPr marL="0" indent="0" algn="l">
              <a:buNone/>
            </a:pPr>
            <a:r>
              <a:rPr lang="en-US" sz="1600" dirty="0">
                <a:solidFill>
                  <a:srgbClr val="6B6478"/>
                </a:solidFill>
                <a:latin typeface="メイリオ" panose="020B0604030504040204" pitchFamily="50" charset="-128"/>
                <a:ea typeface="メイリオ" panose="020B0604030504040204" pitchFamily="50" charset="-128"/>
                <a:cs typeface="Arial" pitchFamily="34" charset="-120"/>
              </a:rPr>
              <a:t>平文HTTPで盗聴され、認証Cookieを抜かれる</a:t>
            </a:r>
            <a:endParaRPr lang="en-US" sz="1600" dirty="0">
              <a:latin typeface="メイリオ" panose="020B0604030504040204" pitchFamily="50" charset="-128"/>
              <a:ea typeface="メイリオ" panose="020B0604030504040204" pitchFamily="50" charset="-128"/>
            </a:endParaRPr>
          </a:p>
        </p:txBody>
      </p:sp>
      <p:sp>
        <p:nvSpPr>
          <p:cNvPr id="45" name="Shape 16">
            <a:extLst>
              <a:ext uri="{FF2B5EF4-FFF2-40B4-BE49-F238E27FC236}">
                <a16:creationId xmlns:a16="http://schemas.microsoft.com/office/drawing/2014/main" id="{8A4CF641-0ABD-1DCF-F1EB-F17C47C4EBFF}"/>
              </a:ext>
            </a:extLst>
          </p:cNvPr>
          <p:cNvSpPr/>
          <p:nvPr/>
        </p:nvSpPr>
        <p:spPr>
          <a:xfrm>
            <a:off x="748051" y="3747520"/>
            <a:ext cx="278894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6" name="Text 17">
            <a:extLst>
              <a:ext uri="{FF2B5EF4-FFF2-40B4-BE49-F238E27FC236}">
                <a16:creationId xmlns:a16="http://schemas.microsoft.com/office/drawing/2014/main" id="{6582A816-6740-0077-8C91-DC9058895DE0}"/>
              </a:ext>
            </a:extLst>
          </p:cNvPr>
          <p:cNvSpPr/>
          <p:nvPr/>
        </p:nvSpPr>
        <p:spPr>
          <a:xfrm>
            <a:off x="976651" y="2877570"/>
            <a:ext cx="2415408" cy="698500"/>
          </a:xfrm>
          <a:prstGeom prst="rect">
            <a:avLst/>
          </a:prstGeom>
          <a:noFill/>
          <a:ln/>
        </p:spPr>
        <p:txBody>
          <a:bodyPr wrap="square" lIns="25400" tIns="25400" rIns="25400" bIns="25400" rtlCol="0" anchor="ctr">
            <a:normAutofit/>
          </a:bodyPr>
          <a:lstStyle/>
          <a:p>
            <a:pPr marL="0" indent="0" algn="l">
              <a:buNone/>
            </a:pPr>
            <a:r>
              <a:rPr lang="en-US" sz="1600" b="1" dirty="0">
                <a:solidFill>
                  <a:srgbClr val="53476B"/>
                </a:solidFill>
                <a:latin typeface="メイリオ" panose="020B0604030504040204" pitchFamily="50" charset="-128"/>
                <a:ea typeface="メイリオ" panose="020B0604030504040204" pitchFamily="50" charset="-128"/>
                <a:cs typeface="JetBrains Mono" pitchFamily="34" charset="-120"/>
              </a:rPr>
              <a:t>HttpOnly</a:t>
            </a:r>
            <a:endParaRPr lang="en-US" sz="1600" dirty="0">
              <a:latin typeface="メイリオ" panose="020B0604030504040204" pitchFamily="50" charset="-128"/>
              <a:ea typeface="メイリオ" panose="020B0604030504040204" pitchFamily="50" charset="-128"/>
            </a:endParaRPr>
          </a:p>
        </p:txBody>
      </p:sp>
      <p:sp>
        <p:nvSpPr>
          <p:cNvPr id="47" name="Shape 18">
            <a:extLst>
              <a:ext uri="{FF2B5EF4-FFF2-40B4-BE49-F238E27FC236}">
                <a16:creationId xmlns:a16="http://schemas.microsoft.com/office/drawing/2014/main" id="{A4BDE0DA-57AB-5735-A5FA-FA8D6208A17C}"/>
              </a:ext>
            </a:extLst>
          </p:cNvPr>
          <p:cNvSpPr/>
          <p:nvPr/>
        </p:nvSpPr>
        <p:spPr>
          <a:xfrm>
            <a:off x="3536991" y="3747520"/>
            <a:ext cx="36195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 name="Text 19">
            <a:extLst>
              <a:ext uri="{FF2B5EF4-FFF2-40B4-BE49-F238E27FC236}">
                <a16:creationId xmlns:a16="http://schemas.microsoft.com/office/drawing/2014/main" id="{52AFC5D8-D64B-544C-514C-D5E77F33E791}"/>
              </a:ext>
            </a:extLst>
          </p:cNvPr>
          <p:cNvSpPr/>
          <p:nvPr/>
        </p:nvSpPr>
        <p:spPr>
          <a:xfrm>
            <a:off x="3765591" y="2877570"/>
            <a:ext cx="3270885" cy="698500"/>
          </a:xfrm>
          <a:prstGeom prst="rect">
            <a:avLst/>
          </a:prstGeom>
          <a:noFill/>
          <a:ln/>
        </p:spPr>
        <p:txBody>
          <a:bodyPr wrap="square" lIns="25400" tIns="25400" rIns="25400" bIns="25400" rtlCol="0" anchor="ctr">
            <a:normAutofit/>
          </a:bodyPr>
          <a:lstStyle/>
          <a:p>
            <a:pPr marL="0" indent="0" algn="l">
              <a:buNone/>
            </a:pPr>
            <a:r>
              <a:rPr lang="en-US" sz="1600" b="1" dirty="0" err="1">
                <a:solidFill>
                  <a:srgbClr val="000000"/>
                </a:solidFill>
                <a:latin typeface="メイリオ" panose="020B0604030504040204" pitchFamily="50" charset="-128"/>
                <a:ea typeface="メイリオ" panose="020B0604030504040204" pitchFamily="50" charset="-128"/>
                <a:cs typeface="Arial" pitchFamily="34" charset="-120"/>
              </a:rPr>
              <a:t>JSから</a:t>
            </a:r>
            <a:r>
              <a:rPr lang="en-US" sz="1600" b="1" dirty="0" err="1">
                <a:solidFill>
                  <a:srgbClr val="000000"/>
                </a:solidFill>
                <a:latin typeface="メイリオ" panose="020B0604030504040204" pitchFamily="50" charset="-128"/>
                <a:ea typeface="メイリオ" panose="020B0604030504040204" pitchFamily="50" charset="-128"/>
                <a:cs typeface="JetBrains Mono" pitchFamily="34" charset="-120"/>
              </a:rPr>
              <a:t>document.cookie</a:t>
            </a:r>
            <a:r>
              <a:rPr lang="en-US" sz="1600" b="1" dirty="0" err="1">
                <a:solidFill>
                  <a:srgbClr val="000000"/>
                </a:solidFill>
                <a:latin typeface="メイリオ" panose="020B0604030504040204" pitchFamily="50" charset="-128"/>
                <a:ea typeface="メイリオ" panose="020B0604030504040204" pitchFamily="50" charset="-128"/>
                <a:cs typeface="Arial" pitchFamily="34" charset="-120"/>
              </a:rPr>
              <a:t>で</a:t>
            </a:r>
            <a:endParaRPr lang="en-US" sz="1600" b="1" dirty="0">
              <a:solidFill>
                <a:srgbClr val="000000"/>
              </a:solidFill>
              <a:latin typeface="メイリオ" panose="020B0604030504040204" pitchFamily="50" charset="-128"/>
              <a:ea typeface="メイリオ" panose="020B0604030504040204" pitchFamily="50" charset="-128"/>
              <a:cs typeface="Arial" pitchFamily="34" charset="-120"/>
            </a:endParaRPr>
          </a:p>
          <a:p>
            <a:pPr marL="0" indent="0" algn="l">
              <a:buNone/>
            </a:pPr>
            <a:r>
              <a:rPr lang="en-US" sz="1600" b="1" dirty="0" err="1">
                <a:solidFill>
                  <a:srgbClr val="000000"/>
                </a:solidFill>
                <a:latin typeface="メイリオ" panose="020B0604030504040204" pitchFamily="50" charset="-128"/>
                <a:ea typeface="メイリオ" panose="020B0604030504040204" pitchFamily="50" charset="-128"/>
                <a:cs typeface="Arial" pitchFamily="34" charset="-120"/>
              </a:rPr>
              <a:t>読めない</a:t>
            </a:r>
            <a:endParaRPr lang="en-US" sz="1600" dirty="0">
              <a:latin typeface="メイリオ" panose="020B0604030504040204" pitchFamily="50" charset="-128"/>
              <a:ea typeface="メイリオ" panose="020B0604030504040204" pitchFamily="50" charset="-128"/>
            </a:endParaRPr>
          </a:p>
        </p:txBody>
      </p:sp>
      <p:sp>
        <p:nvSpPr>
          <p:cNvPr id="49" name="Shape 20">
            <a:extLst>
              <a:ext uri="{FF2B5EF4-FFF2-40B4-BE49-F238E27FC236}">
                <a16:creationId xmlns:a16="http://schemas.microsoft.com/office/drawing/2014/main" id="{0A8CAFEB-EC3F-E3CB-CFCA-B15AF637D7F0}"/>
              </a:ext>
            </a:extLst>
          </p:cNvPr>
          <p:cNvSpPr/>
          <p:nvPr/>
        </p:nvSpPr>
        <p:spPr>
          <a:xfrm>
            <a:off x="7156491" y="3747520"/>
            <a:ext cx="47520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0" name="Text 21">
            <a:extLst>
              <a:ext uri="{FF2B5EF4-FFF2-40B4-BE49-F238E27FC236}">
                <a16:creationId xmlns:a16="http://schemas.microsoft.com/office/drawing/2014/main" id="{FBEFA4FF-8E9B-439B-33B7-1BE37F34BFC0}"/>
              </a:ext>
            </a:extLst>
          </p:cNvPr>
          <p:cNvSpPr/>
          <p:nvPr/>
        </p:nvSpPr>
        <p:spPr>
          <a:xfrm>
            <a:off x="7385091" y="2877570"/>
            <a:ext cx="4752000" cy="698500"/>
          </a:xfrm>
          <a:prstGeom prst="rect">
            <a:avLst/>
          </a:prstGeom>
          <a:noFill/>
          <a:ln/>
        </p:spPr>
        <p:txBody>
          <a:bodyPr wrap="square" lIns="25400" tIns="25400" rIns="25400" bIns="25400" rtlCol="0" anchor="ctr">
            <a:normAutofit/>
          </a:bodyPr>
          <a:lstStyle/>
          <a:p>
            <a:pPr marL="0" indent="0" algn="l">
              <a:buNone/>
            </a:pPr>
            <a:r>
              <a:rPr lang="en-US" sz="1600" dirty="0">
                <a:solidFill>
                  <a:srgbClr val="6B6478"/>
                </a:solidFill>
                <a:latin typeface="メイリオ" panose="020B0604030504040204" pitchFamily="50" charset="-128"/>
                <a:ea typeface="メイリオ" panose="020B0604030504040204" pitchFamily="50" charset="-128"/>
                <a:cs typeface="Arial" pitchFamily="34" charset="-120"/>
              </a:rPr>
              <a:t>XSSでCookieを盗まれ、なりすましされる</a:t>
            </a:r>
            <a:endParaRPr lang="en-US" sz="1600" dirty="0">
              <a:latin typeface="メイリオ" panose="020B0604030504040204" pitchFamily="50" charset="-128"/>
              <a:ea typeface="メイリオ" panose="020B0604030504040204" pitchFamily="50" charset="-128"/>
            </a:endParaRPr>
          </a:p>
        </p:txBody>
      </p:sp>
      <p:sp>
        <p:nvSpPr>
          <p:cNvPr id="51" name="Shape 22">
            <a:extLst>
              <a:ext uri="{FF2B5EF4-FFF2-40B4-BE49-F238E27FC236}">
                <a16:creationId xmlns:a16="http://schemas.microsoft.com/office/drawing/2014/main" id="{02EBBB30-7321-CA43-F3B3-2348869B9AEB}"/>
              </a:ext>
            </a:extLst>
          </p:cNvPr>
          <p:cNvSpPr/>
          <p:nvPr/>
        </p:nvSpPr>
        <p:spPr>
          <a:xfrm>
            <a:off x="748051" y="4515870"/>
            <a:ext cx="278894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 name="Text 23">
            <a:extLst>
              <a:ext uri="{FF2B5EF4-FFF2-40B4-BE49-F238E27FC236}">
                <a16:creationId xmlns:a16="http://schemas.microsoft.com/office/drawing/2014/main" id="{29C1313E-42C3-DF8D-1CF1-B08FDE2342BB}"/>
              </a:ext>
            </a:extLst>
          </p:cNvPr>
          <p:cNvSpPr/>
          <p:nvPr/>
        </p:nvSpPr>
        <p:spPr>
          <a:xfrm>
            <a:off x="976651" y="3976120"/>
            <a:ext cx="2415408" cy="368300"/>
          </a:xfrm>
          <a:prstGeom prst="rect">
            <a:avLst/>
          </a:prstGeom>
          <a:noFill/>
          <a:ln/>
        </p:spPr>
        <p:txBody>
          <a:bodyPr wrap="square" lIns="25400" tIns="25400" rIns="25400" bIns="25400" rtlCol="0" anchor="ctr">
            <a:normAutofit/>
          </a:bodyPr>
          <a:lstStyle/>
          <a:p>
            <a:pPr marL="0" indent="0" algn="l">
              <a:buNone/>
            </a:pPr>
            <a:r>
              <a:rPr lang="en-US" sz="1600" b="1" dirty="0">
                <a:solidFill>
                  <a:srgbClr val="53476B"/>
                </a:solidFill>
                <a:latin typeface="メイリオ" panose="020B0604030504040204" pitchFamily="50" charset="-128"/>
                <a:ea typeface="メイリオ" panose="020B0604030504040204" pitchFamily="50" charset="-128"/>
                <a:cs typeface="JetBrains Mono" pitchFamily="34" charset="-120"/>
              </a:rPr>
              <a:t>SameSite</a:t>
            </a:r>
            <a:endParaRPr lang="en-US" sz="1600" dirty="0">
              <a:latin typeface="メイリオ" panose="020B0604030504040204" pitchFamily="50" charset="-128"/>
              <a:ea typeface="メイリオ" panose="020B0604030504040204" pitchFamily="50" charset="-128"/>
            </a:endParaRPr>
          </a:p>
        </p:txBody>
      </p:sp>
      <p:sp>
        <p:nvSpPr>
          <p:cNvPr id="54" name="Shape 24">
            <a:extLst>
              <a:ext uri="{FF2B5EF4-FFF2-40B4-BE49-F238E27FC236}">
                <a16:creationId xmlns:a16="http://schemas.microsoft.com/office/drawing/2014/main" id="{A56983ED-F2C0-03B6-6A51-30A14E5988BE}"/>
              </a:ext>
            </a:extLst>
          </p:cNvPr>
          <p:cNvSpPr/>
          <p:nvPr/>
        </p:nvSpPr>
        <p:spPr>
          <a:xfrm>
            <a:off x="3536991" y="4515870"/>
            <a:ext cx="36195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 name="Text 25">
            <a:extLst>
              <a:ext uri="{FF2B5EF4-FFF2-40B4-BE49-F238E27FC236}">
                <a16:creationId xmlns:a16="http://schemas.microsoft.com/office/drawing/2014/main" id="{7C6DE15F-F579-C6AE-BC37-00F6245B2BAC}"/>
              </a:ext>
            </a:extLst>
          </p:cNvPr>
          <p:cNvSpPr/>
          <p:nvPr/>
        </p:nvSpPr>
        <p:spPr>
          <a:xfrm>
            <a:off x="3765591" y="3976120"/>
            <a:ext cx="3270885" cy="368300"/>
          </a:xfrm>
          <a:prstGeom prst="rect">
            <a:avLst/>
          </a:prstGeom>
          <a:noFill/>
          <a:ln/>
        </p:spPr>
        <p:txBody>
          <a:bodyPr wrap="square" lIns="25400" tIns="25400" rIns="25400" bIns="25400" rtlCol="0" anchor="ctr">
            <a:normAutofit/>
          </a:bodyPr>
          <a:lstStyle/>
          <a:p>
            <a:pPr marL="0" indent="0" algn="l">
              <a:buNone/>
            </a:pPr>
            <a:r>
              <a:rPr lang="en-US" sz="1600" b="1" dirty="0">
                <a:solidFill>
                  <a:srgbClr val="000000"/>
                </a:solidFill>
                <a:latin typeface="メイリオ" panose="020B0604030504040204" pitchFamily="50" charset="-128"/>
                <a:ea typeface="メイリオ" panose="020B0604030504040204" pitchFamily="50" charset="-128"/>
                <a:cs typeface="Arial" pitchFamily="34" charset="-120"/>
              </a:rPr>
              <a:t>クロスサイト送信を制限</a:t>
            </a:r>
            <a:endParaRPr lang="en-US" sz="1600" dirty="0">
              <a:latin typeface="メイリオ" panose="020B0604030504040204" pitchFamily="50" charset="-128"/>
              <a:ea typeface="メイリオ" panose="020B0604030504040204" pitchFamily="50" charset="-128"/>
            </a:endParaRPr>
          </a:p>
        </p:txBody>
      </p:sp>
      <p:sp>
        <p:nvSpPr>
          <p:cNvPr id="56" name="Shape 26">
            <a:extLst>
              <a:ext uri="{FF2B5EF4-FFF2-40B4-BE49-F238E27FC236}">
                <a16:creationId xmlns:a16="http://schemas.microsoft.com/office/drawing/2014/main" id="{492DDCC8-62C4-571F-29D4-1498B8A56BCB}"/>
              </a:ext>
            </a:extLst>
          </p:cNvPr>
          <p:cNvSpPr/>
          <p:nvPr/>
        </p:nvSpPr>
        <p:spPr>
          <a:xfrm>
            <a:off x="7156491" y="4515870"/>
            <a:ext cx="47520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7" name="Text 27">
            <a:extLst>
              <a:ext uri="{FF2B5EF4-FFF2-40B4-BE49-F238E27FC236}">
                <a16:creationId xmlns:a16="http://schemas.microsoft.com/office/drawing/2014/main" id="{4ABAB8A6-3439-4FB6-2479-7EF3F150B4A4}"/>
              </a:ext>
            </a:extLst>
          </p:cNvPr>
          <p:cNvSpPr/>
          <p:nvPr/>
        </p:nvSpPr>
        <p:spPr>
          <a:xfrm>
            <a:off x="7385091" y="3976120"/>
            <a:ext cx="4752000" cy="368300"/>
          </a:xfrm>
          <a:prstGeom prst="rect">
            <a:avLst/>
          </a:prstGeom>
          <a:noFill/>
          <a:ln/>
        </p:spPr>
        <p:txBody>
          <a:bodyPr wrap="square" lIns="25400" tIns="25400" rIns="25400" bIns="25400" rtlCol="0" anchor="ctr">
            <a:normAutofit/>
          </a:bodyPr>
          <a:lstStyle/>
          <a:p>
            <a:pPr marL="0" indent="0" algn="l">
              <a:buNone/>
            </a:pPr>
            <a:r>
              <a:rPr lang="en-US" sz="1600" dirty="0">
                <a:solidFill>
                  <a:srgbClr val="6B6478"/>
                </a:solidFill>
                <a:latin typeface="メイリオ" panose="020B0604030504040204" pitchFamily="50" charset="-128"/>
                <a:ea typeface="メイリオ" panose="020B0604030504040204" pitchFamily="50" charset="-128"/>
                <a:cs typeface="Arial" pitchFamily="34" charset="-120"/>
              </a:rPr>
              <a:t>CSRFで意図しないリクエストに付与される</a:t>
            </a:r>
            <a:endParaRPr lang="en-US" sz="1600" dirty="0">
              <a:latin typeface="メイリオ" panose="020B0604030504040204" pitchFamily="50" charset="-128"/>
              <a:ea typeface="メイリオ" panose="020B0604030504040204" pitchFamily="50" charset="-128"/>
            </a:endParaRPr>
          </a:p>
        </p:txBody>
      </p:sp>
      <p:sp>
        <p:nvSpPr>
          <p:cNvPr id="58" name="Shape 28">
            <a:extLst>
              <a:ext uri="{FF2B5EF4-FFF2-40B4-BE49-F238E27FC236}">
                <a16:creationId xmlns:a16="http://schemas.microsoft.com/office/drawing/2014/main" id="{4FAA79CD-5D5C-A5F2-322E-41686C336247}"/>
              </a:ext>
            </a:extLst>
          </p:cNvPr>
          <p:cNvSpPr/>
          <p:nvPr/>
        </p:nvSpPr>
        <p:spPr>
          <a:xfrm>
            <a:off x="748051" y="5284220"/>
            <a:ext cx="278894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9" name="Text 29">
            <a:extLst>
              <a:ext uri="{FF2B5EF4-FFF2-40B4-BE49-F238E27FC236}">
                <a16:creationId xmlns:a16="http://schemas.microsoft.com/office/drawing/2014/main" id="{E8A06163-06D3-64BA-31A3-F15F0C309B32}"/>
              </a:ext>
            </a:extLst>
          </p:cNvPr>
          <p:cNvSpPr/>
          <p:nvPr/>
        </p:nvSpPr>
        <p:spPr>
          <a:xfrm>
            <a:off x="976651" y="4744470"/>
            <a:ext cx="2415408" cy="368300"/>
          </a:xfrm>
          <a:prstGeom prst="rect">
            <a:avLst/>
          </a:prstGeom>
          <a:noFill/>
          <a:ln/>
        </p:spPr>
        <p:txBody>
          <a:bodyPr wrap="square" lIns="25400" tIns="25400" rIns="25400" bIns="25400" rtlCol="0" anchor="ctr">
            <a:normAutofit/>
          </a:bodyPr>
          <a:lstStyle/>
          <a:p>
            <a:pPr marL="0" indent="0" algn="l">
              <a:buNone/>
            </a:pPr>
            <a:r>
              <a:rPr lang="en-US" sz="1600" b="1" dirty="0">
                <a:solidFill>
                  <a:srgbClr val="53476B"/>
                </a:solidFill>
                <a:latin typeface="メイリオ" panose="020B0604030504040204" pitchFamily="50" charset="-128"/>
                <a:ea typeface="メイリオ" panose="020B0604030504040204" pitchFamily="50" charset="-128"/>
                <a:cs typeface="JetBrains Mono" pitchFamily="34" charset="-120"/>
              </a:rPr>
              <a:t>Max-Age / Expires</a:t>
            </a:r>
            <a:endParaRPr lang="en-US" sz="1600" dirty="0">
              <a:latin typeface="メイリオ" panose="020B0604030504040204" pitchFamily="50" charset="-128"/>
              <a:ea typeface="メイリオ" panose="020B0604030504040204" pitchFamily="50" charset="-128"/>
            </a:endParaRPr>
          </a:p>
        </p:txBody>
      </p:sp>
      <p:sp>
        <p:nvSpPr>
          <p:cNvPr id="60" name="Shape 30">
            <a:extLst>
              <a:ext uri="{FF2B5EF4-FFF2-40B4-BE49-F238E27FC236}">
                <a16:creationId xmlns:a16="http://schemas.microsoft.com/office/drawing/2014/main" id="{50281610-4A5F-7180-AB03-859CB4D0D9A9}"/>
              </a:ext>
            </a:extLst>
          </p:cNvPr>
          <p:cNvSpPr/>
          <p:nvPr/>
        </p:nvSpPr>
        <p:spPr>
          <a:xfrm>
            <a:off x="3536991" y="5284220"/>
            <a:ext cx="36195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 name="Text 31">
            <a:extLst>
              <a:ext uri="{FF2B5EF4-FFF2-40B4-BE49-F238E27FC236}">
                <a16:creationId xmlns:a16="http://schemas.microsoft.com/office/drawing/2014/main" id="{C1056860-5093-4A8E-7BFE-4CB1A8649454}"/>
              </a:ext>
            </a:extLst>
          </p:cNvPr>
          <p:cNvSpPr/>
          <p:nvPr/>
        </p:nvSpPr>
        <p:spPr>
          <a:xfrm>
            <a:off x="3765591" y="4744470"/>
            <a:ext cx="3270885" cy="368300"/>
          </a:xfrm>
          <a:prstGeom prst="rect">
            <a:avLst/>
          </a:prstGeom>
          <a:noFill/>
          <a:ln/>
        </p:spPr>
        <p:txBody>
          <a:bodyPr wrap="square" lIns="25400" tIns="25400" rIns="25400" bIns="25400" rtlCol="0" anchor="ctr">
            <a:normAutofit/>
          </a:bodyPr>
          <a:lstStyle/>
          <a:p>
            <a:pPr marL="0" indent="0" algn="l">
              <a:buNone/>
            </a:pPr>
            <a:r>
              <a:rPr lang="en-US" sz="1600" b="1" dirty="0">
                <a:solidFill>
                  <a:srgbClr val="000000"/>
                </a:solidFill>
                <a:latin typeface="メイリオ" panose="020B0604030504040204" pitchFamily="50" charset="-128"/>
                <a:ea typeface="メイリオ" panose="020B0604030504040204" pitchFamily="50" charset="-128"/>
                <a:cs typeface="Arial" pitchFamily="34" charset="-120"/>
              </a:rPr>
              <a:t>有効期限</a:t>
            </a:r>
            <a:endParaRPr lang="en-US" sz="1600" dirty="0">
              <a:latin typeface="メイリオ" panose="020B0604030504040204" pitchFamily="50" charset="-128"/>
              <a:ea typeface="メイリオ" panose="020B0604030504040204" pitchFamily="50" charset="-128"/>
            </a:endParaRPr>
          </a:p>
        </p:txBody>
      </p:sp>
      <p:sp>
        <p:nvSpPr>
          <p:cNvPr id="62" name="Shape 32">
            <a:extLst>
              <a:ext uri="{FF2B5EF4-FFF2-40B4-BE49-F238E27FC236}">
                <a16:creationId xmlns:a16="http://schemas.microsoft.com/office/drawing/2014/main" id="{6610C239-8201-8A67-F10F-6FBFADC72940}"/>
              </a:ext>
            </a:extLst>
          </p:cNvPr>
          <p:cNvSpPr/>
          <p:nvPr/>
        </p:nvSpPr>
        <p:spPr>
          <a:xfrm>
            <a:off x="7156491" y="5284220"/>
            <a:ext cx="47520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 name="Text 33">
            <a:extLst>
              <a:ext uri="{FF2B5EF4-FFF2-40B4-BE49-F238E27FC236}">
                <a16:creationId xmlns:a16="http://schemas.microsoft.com/office/drawing/2014/main" id="{C07B3C86-34ED-10FF-3BEB-2962F996A07F}"/>
              </a:ext>
            </a:extLst>
          </p:cNvPr>
          <p:cNvSpPr/>
          <p:nvPr/>
        </p:nvSpPr>
        <p:spPr>
          <a:xfrm>
            <a:off x="7385091" y="4744470"/>
            <a:ext cx="4752000" cy="368300"/>
          </a:xfrm>
          <a:prstGeom prst="rect">
            <a:avLst/>
          </a:prstGeom>
          <a:noFill/>
          <a:ln/>
        </p:spPr>
        <p:txBody>
          <a:bodyPr wrap="square" lIns="25400" tIns="25400" rIns="25400" bIns="25400" rtlCol="0" anchor="ctr">
            <a:normAutofit/>
          </a:bodyPr>
          <a:lstStyle/>
          <a:p>
            <a:pPr marL="0" indent="0" algn="l">
              <a:buNone/>
            </a:pPr>
            <a:r>
              <a:rPr lang="en-US" sz="1600" dirty="0">
                <a:solidFill>
                  <a:srgbClr val="6B6478"/>
                </a:solidFill>
                <a:latin typeface="メイリオ" panose="020B0604030504040204" pitchFamily="50" charset="-128"/>
                <a:ea typeface="メイリオ" panose="020B0604030504040204" pitchFamily="50" charset="-128"/>
                <a:cs typeface="Arial" pitchFamily="34" charset="-120"/>
              </a:rPr>
              <a:t>永続化しすぎてセッションが乗っ取り続けられる</a:t>
            </a:r>
            <a:endParaRPr lang="en-US" sz="1600" dirty="0">
              <a:latin typeface="メイリオ" panose="020B0604030504040204" pitchFamily="50" charset="-128"/>
              <a:ea typeface="メイリオ" panose="020B0604030504040204" pitchFamily="50" charset="-128"/>
            </a:endParaRPr>
          </a:p>
        </p:txBody>
      </p:sp>
      <p:sp>
        <p:nvSpPr>
          <p:cNvPr id="64" name="Shape 34">
            <a:extLst>
              <a:ext uri="{FF2B5EF4-FFF2-40B4-BE49-F238E27FC236}">
                <a16:creationId xmlns:a16="http://schemas.microsoft.com/office/drawing/2014/main" id="{F06250C7-4E08-39D6-7A67-EC1FB2977639}"/>
              </a:ext>
            </a:extLst>
          </p:cNvPr>
          <p:cNvSpPr/>
          <p:nvPr/>
        </p:nvSpPr>
        <p:spPr>
          <a:xfrm>
            <a:off x="748051" y="6052570"/>
            <a:ext cx="278894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 name="Text 35">
            <a:extLst>
              <a:ext uri="{FF2B5EF4-FFF2-40B4-BE49-F238E27FC236}">
                <a16:creationId xmlns:a16="http://schemas.microsoft.com/office/drawing/2014/main" id="{EA65C5F4-31D2-6A8D-DDA6-F2A0B7E7F6DB}"/>
              </a:ext>
            </a:extLst>
          </p:cNvPr>
          <p:cNvSpPr/>
          <p:nvPr/>
        </p:nvSpPr>
        <p:spPr>
          <a:xfrm>
            <a:off x="976651" y="5512820"/>
            <a:ext cx="2415408" cy="368300"/>
          </a:xfrm>
          <a:prstGeom prst="rect">
            <a:avLst/>
          </a:prstGeom>
          <a:noFill/>
          <a:ln/>
        </p:spPr>
        <p:txBody>
          <a:bodyPr wrap="square" lIns="25400" tIns="25400" rIns="25400" bIns="25400" rtlCol="0" anchor="ctr">
            <a:normAutofit/>
          </a:bodyPr>
          <a:lstStyle/>
          <a:p>
            <a:pPr marL="0" indent="0" algn="l">
              <a:buNone/>
            </a:pPr>
            <a:r>
              <a:rPr lang="en-US" sz="1600" b="1" dirty="0">
                <a:solidFill>
                  <a:srgbClr val="53476B"/>
                </a:solidFill>
                <a:latin typeface="メイリオ" panose="020B0604030504040204" pitchFamily="50" charset="-128"/>
                <a:ea typeface="メイリオ" panose="020B0604030504040204" pitchFamily="50" charset="-128"/>
                <a:cs typeface="JetBrains Mono" pitchFamily="34" charset="-120"/>
              </a:rPr>
              <a:t>Domain / Path</a:t>
            </a:r>
            <a:endParaRPr lang="en-US" sz="1600" dirty="0">
              <a:latin typeface="メイリオ" panose="020B0604030504040204" pitchFamily="50" charset="-128"/>
              <a:ea typeface="メイリオ" panose="020B0604030504040204" pitchFamily="50" charset="-128"/>
            </a:endParaRPr>
          </a:p>
        </p:txBody>
      </p:sp>
      <p:sp>
        <p:nvSpPr>
          <p:cNvPr id="66" name="Shape 36">
            <a:extLst>
              <a:ext uri="{FF2B5EF4-FFF2-40B4-BE49-F238E27FC236}">
                <a16:creationId xmlns:a16="http://schemas.microsoft.com/office/drawing/2014/main" id="{A13DC6FD-6BBC-9975-18D5-CB3B248FF99A}"/>
              </a:ext>
            </a:extLst>
          </p:cNvPr>
          <p:cNvSpPr/>
          <p:nvPr/>
        </p:nvSpPr>
        <p:spPr>
          <a:xfrm>
            <a:off x="3536991" y="6052570"/>
            <a:ext cx="36195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 name="Text 37">
            <a:extLst>
              <a:ext uri="{FF2B5EF4-FFF2-40B4-BE49-F238E27FC236}">
                <a16:creationId xmlns:a16="http://schemas.microsoft.com/office/drawing/2014/main" id="{DF30FBF7-5A17-CABD-3F05-D9C860AE17F9}"/>
              </a:ext>
            </a:extLst>
          </p:cNvPr>
          <p:cNvSpPr/>
          <p:nvPr/>
        </p:nvSpPr>
        <p:spPr>
          <a:xfrm>
            <a:off x="3765591" y="5512820"/>
            <a:ext cx="3270885" cy="368300"/>
          </a:xfrm>
          <a:prstGeom prst="rect">
            <a:avLst/>
          </a:prstGeom>
          <a:noFill/>
          <a:ln/>
        </p:spPr>
        <p:txBody>
          <a:bodyPr wrap="square" lIns="25400" tIns="25400" rIns="25400" bIns="25400" rtlCol="0" anchor="ctr">
            <a:normAutofit/>
          </a:bodyPr>
          <a:lstStyle/>
          <a:p>
            <a:pPr marL="0" indent="0" algn="l">
              <a:buNone/>
            </a:pPr>
            <a:r>
              <a:rPr lang="en-US" sz="1600" b="1" dirty="0">
                <a:solidFill>
                  <a:srgbClr val="000000"/>
                </a:solidFill>
                <a:latin typeface="メイリオ" panose="020B0604030504040204" pitchFamily="50" charset="-128"/>
                <a:ea typeface="メイリオ" panose="020B0604030504040204" pitchFamily="50" charset="-128"/>
                <a:cs typeface="Arial" pitchFamily="34" charset="-120"/>
              </a:rPr>
              <a:t>送信スコープ</a:t>
            </a:r>
            <a:endParaRPr lang="en-US" sz="1600" dirty="0">
              <a:latin typeface="メイリオ" panose="020B0604030504040204" pitchFamily="50" charset="-128"/>
              <a:ea typeface="メイリオ" panose="020B0604030504040204" pitchFamily="50" charset="-128"/>
            </a:endParaRPr>
          </a:p>
        </p:txBody>
      </p:sp>
      <p:sp>
        <p:nvSpPr>
          <p:cNvPr id="68" name="Shape 38">
            <a:extLst>
              <a:ext uri="{FF2B5EF4-FFF2-40B4-BE49-F238E27FC236}">
                <a16:creationId xmlns:a16="http://schemas.microsoft.com/office/drawing/2014/main" id="{505BDA6E-A6CD-7C76-744D-78DCDE157CE9}"/>
              </a:ext>
            </a:extLst>
          </p:cNvPr>
          <p:cNvSpPr/>
          <p:nvPr/>
        </p:nvSpPr>
        <p:spPr>
          <a:xfrm>
            <a:off x="7156491" y="6052570"/>
            <a:ext cx="4752000" cy="19050"/>
          </a:xfrm>
          <a:prstGeom prst="rect">
            <a:avLst/>
          </a:prstGeom>
          <a:solidFill>
            <a:srgbClr val="E6E3EC"/>
          </a:solidFill>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 name="Text 39">
            <a:extLst>
              <a:ext uri="{FF2B5EF4-FFF2-40B4-BE49-F238E27FC236}">
                <a16:creationId xmlns:a16="http://schemas.microsoft.com/office/drawing/2014/main" id="{1788D4A1-3BA3-89C1-15EC-D8BB5D9BC9E4}"/>
              </a:ext>
            </a:extLst>
          </p:cNvPr>
          <p:cNvSpPr/>
          <p:nvPr/>
        </p:nvSpPr>
        <p:spPr>
          <a:xfrm>
            <a:off x="7385091" y="5512820"/>
            <a:ext cx="4752000" cy="368300"/>
          </a:xfrm>
          <a:prstGeom prst="rect">
            <a:avLst/>
          </a:prstGeom>
          <a:noFill/>
          <a:ln/>
        </p:spPr>
        <p:txBody>
          <a:bodyPr wrap="square" lIns="25400" tIns="25400" rIns="25400" bIns="25400" rtlCol="0" anchor="ctr">
            <a:normAutofit/>
          </a:bodyPr>
          <a:lstStyle/>
          <a:p>
            <a:pPr marL="0" indent="0" algn="l">
              <a:buNone/>
            </a:pPr>
            <a:r>
              <a:rPr lang="en-US" sz="1600" dirty="0">
                <a:solidFill>
                  <a:srgbClr val="6B6478"/>
                </a:solidFill>
                <a:latin typeface="メイリオ" panose="020B0604030504040204" pitchFamily="50" charset="-128"/>
                <a:ea typeface="メイリオ" panose="020B0604030504040204" pitchFamily="50" charset="-128"/>
                <a:cs typeface="Arial" pitchFamily="34" charset="-120"/>
              </a:rPr>
              <a:t>無関係なサブドメインへCookieが漏れる</a:t>
            </a:r>
            <a:endParaRPr lang="en-US" sz="1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1460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9">
            <a:extLst>
              <a:ext uri="{FF2B5EF4-FFF2-40B4-BE49-F238E27FC236}">
                <a16:creationId xmlns:a16="http://schemas.microsoft.com/office/drawing/2014/main" id="{AA09C712-0147-23E7-6434-EE71C9BF96F3}"/>
              </a:ext>
            </a:extLst>
          </p:cNvPr>
          <p:cNvSpPr/>
          <p:nvPr/>
        </p:nvSpPr>
        <p:spPr>
          <a:xfrm>
            <a:off x="5715627" y="1748513"/>
            <a:ext cx="5789946" cy="3601754"/>
          </a:xfrm>
          <a:prstGeom prst="rect">
            <a:avLst/>
          </a:prstGeom>
          <a:solidFill>
            <a:srgbClr val="E6E3EC"/>
          </a:solidFill>
          <a:ln w="25400">
            <a:solidFill>
              <a:srgbClr val="53476B"/>
            </a:solidFill>
            <a:prstDash val="solid"/>
          </a:ln>
        </p:spPr>
        <p:txBody>
          <a:bodyPr/>
          <a:lstStyle/>
          <a:p>
            <a:endParaRPr lang="ja-JP" altLang="en-US" dirty="0"/>
          </a:p>
        </p:txBody>
      </p:sp>
      <p:sp>
        <p:nvSpPr>
          <p:cNvPr id="10" name="Shape 10">
            <a:extLst>
              <a:ext uri="{FF2B5EF4-FFF2-40B4-BE49-F238E27FC236}">
                <a16:creationId xmlns:a16="http://schemas.microsoft.com/office/drawing/2014/main" id="{3CAFEEB8-232D-FFF0-2A45-FDE58861AD75}"/>
              </a:ext>
            </a:extLst>
          </p:cNvPr>
          <p:cNvSpPr/>
          <p:nvPr/>
        </p:nvSpPr>
        <p:spPr>
          <a:xfrm>
            <a:off x="5843915" y="1889122"/>
            <a:ext cx="100800" cy="100775"/>
          </a:xfrm>
          <a:prstGeom prst="ellipse">
            <a:avLst/>
          </a:prstGeom>
          <a:solidFill>
            <a:srgbClr val="A098B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Shape 11">
            <a:extLst>
              <a:ext uri="{FF2B5EF4-FFF2-40B4-BE49-F238E27FC236}">
                <a16:creationId xmlns:a16="http://schemas.microsoft.com/office/drawing/2014/main" id="{ADA3ADB4-2936-B13A-7A41-F8CF63E3C33D}"/>
              </a:ext>
            </a:extLst>
          </p:cNvPr>
          <p:cNvSpPr/>
          <p:nvPr/>
        </p:nvSpPr>
        <p:spPr>
          <a:xfrm>
            <a:off x="6015365" y="1889122"/>
            <a:ext cx="100800" cy="100775"/>
          </a:xfrm>
          <a:prstGeom prst="ellipse">
            <a:avLst/>
          </a:prstGeom>
          <a:solidFill>
            <a:srgbClr val="A098B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2" name="Shape 12">
            <a:extLst>
              <a:ext uri="{FF2B5EF4-FFF2-40B4-BE49-F238E27FC236}">
                <a16:creationId xmlns:a16="http://schemas.microsoft.com/office/drawing/2014/main" id="{DFBD8017-9098-31DD-D0A2-42008222817C}"/>
              </a:ext>
            </a:extLst>
          </p:cNvPr>
          <p:cNvSpPr/>
          <p:nvPr/>
        </p:nvSpPr>
        <p:spPr>
          <a:xfrm>
            <a:off x="6186815" y="1889122"/>
            <a:ext cx="100800" cy="100775"/>
          </a:xfrm>
          <a:prstGeom prst="ellipse">
            <a:avLst/>
          </a:prstGeom>
          <a:solidFill>
            <a:srgbClr val="A098B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3" name="Shape 13">
            <a:extLst>
              <a:ext uri="{FF2B5EF4-FFF2-40B4-BE49-F238E27FC236}">
                <a16:creationId xmlns:a16="http://schemas.microsoft.com/office/drawing/2014/main" id="{A1E70658-F0CB-AA0C-8EEE-5244FC03EE50}"/>
              </a:ext>
            </a:extLst>
          </p:cNvPr>
          <p:cNvSpPr/>
          <p:nvPr/>
        </p:nvSpPr>
        <p:spPr>
          <a:xfrm>
            <a:off x="5923323" y="2154442"/>
            <a:ext cx="970617" cy="972000"/>
          </a:xfrm>
          <a:prstGeom prst="rect">
            <a:avLst/>
          </a:prstGeom>
          <a:solidFill>
            <a:srgbClr val="FFFFFF"/>
          </a:solidFill>
          <a:ln w="1905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 14">
            <a:extLst>
              <a:ext uri="{FF2B5EF4-FFF2-40B4-BE49-F238E27FC236}">
                <a16:creationId xmlns:a16="http://schemas.microsoft.com/office/drawing/2014/main" id="{C932C353-DA6D-4C1B-202B-5336C95DA75A}"/>
              </a:ext>
            </a:extLst>
          </p:cNvPr>
          <p:cNvSpPr/>
          <p:nvPr/>
        </p:nvSpPr>
        <p:spPr>
          <a:xfrm>
            <a:off x="5998305" y="2221974"/>
            <a:ext cx="857536"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15" name="Text 15">
            <a:extLst>
              <a:ext uri="{FF2B5EF4-FFF2-40B4-BE49-F238E27FC236}">
                <a16:creationId xmlns:a16="http://schemas.microsoft.com/office/drawing/2014/main" id="{AAEF0D43-0C7F-1ACB-D147-26BB2EEF1A31}"/>
              </a:ext>
            </a:extLst>
          </p:cNvPr>
          <p:cNvSpPr/>
          <p:nvPr/>
        </p:nvSpPr>
        <p:spPr>
          <a:xfrm>
            <a:off x="5958201" y="2914382"/>
            <a:ext cx="857536"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150</a:t>
            </a:r>
            <a:endParaRPr lang="en-US" sz="1200" dirty="0">
              <a:latin typeface="メイリオ" panose="020B0604030504040204" pitchFamily="50" charset="-128"/>
              <a:ea typeface="メイリオ" panose="020B0604030504040204" pitchFamily="50" charset="-128"/>
            </a:endParaRPr>
          </a:p>
        </p:txBody>
      </p:sp>
      <p:sp>
        <p:nvSpPr>
          <p:cNvPr id="16" name="Shape 16">
            <a:extLst>
              <a:ext uri="{FF2B5EF4-FFF2-40B4-BE49-F238E27FC236}">
                <a16:creationId xmlns:a16="http://schemas.microsoft.com/office/drawing/2014/main" id="{EBFB2949-9238-BEF7-0675-BAAD5C6A9A04}"/>
              </a:ext>
            </a:extLst>
          </p:cNvPr>
          <p:cNvSpPr/>
          <p:nvPr/>
        </p:nvSpPr>
        <p:spPr>
          <a:xfrm>
            <a:off x="7001808" y="2154442"/>
            <a:ext cx="970617"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 17">
            <a:extLst>
              <a:ext uri="{FF2B5EF4-FFF2-40B4-BE49-F238E27FC236}">
                <a16:creationId xmlns:a16="http://schemas.microsoft.com/office/drawing/2014/main" id="{17143261-D454-BA0C-6803-3E6ACE23F008}"/>
              </a:ext>
            </a:extLst>
          </p:cNvPr>
          <p:cNvSpPr/>
          <p:nvPr/>
        </p:nvSpPr>
        <p:spPr>
          <a:xfrm>
            <a:off x="7073716" y="2215624"/>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18" name="Text 18">
            <a:extLst>
              <a:ext uri="{FF2B5EF4-FFF2-40B4-BE49-F238E27FC236}">
                <a16:creationId xmlns:a16="http://schemas.microsoft.com/office/drawing/2014/main" id="{919C3763-1CE4-CA29-FA65-2604DC40BD8D}"/>
              </a:ext>
            </a:extLst>
          </p:cNvPr>
          <p:cNvSpPr/>
          <p:nvPr/>
        </p:nvSpPr>
        <p:spPr>
          <a:xfrm>
            <a:off x="7033612" y="2920732"/>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60</a:t>
            </a:r>
            <a:endParaRPr lang="en-US" sz="1200" dirty="0">
              <a:latin typeface="メイリオ" panose="020B0604030504040204" pitchFamily="50" charset="-128"/>
              <a:ea typeface="メイリオ" panose="020B0604030504040204" pitchFamily="50" charset="-128"/>
            </a:endParaRPr>
          </a:p>
        </p:txBody>
      </p:sp>
      <p:sp>
        <p:nvSpPr>
          <p:cNvPr id="19" name="Shape 19">
            <a:extLst>
              <a:ext uri="{FF2B5EF4-FFF2-40B4-BE49-F238E27FC236}">
                <a16:creationId xmlns:a16="http://schemas.microsoft.com/office/drawing/2014/main" id="{533C31CC-830F-562D-8E3C-45F8CBA08647}"/>
              </a:ext>
            </a:extLst>
          </p:cNvPr>
          <p:cNvSpPr/>
          <p:nvPr/>
        </p:nvSpPr>
        <p:spPr>
          <a:xfrm>
            <a:off x="8104376" y="2154442"/>
            <a:ext cx="970617"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 20">
            <a:extLst>
              <a:ext uri="{FF2B5EF4-FFF2-40B4-BE49-F238E27FC236}">
                <a16:creationId xmlns:a16="http://schemas.microsoft.com/office/drawing/2014/main" id="{D407642C-7F47-08F6-00CF-02ECDFEAEEC6}"/>
              </a:ext>
            </a:extLst>
          </p:cNvPr>
          <p:cNvSpPr/>
          <p:nvPr/>
        </p:nvSpPr>
        <p:spPr>
          <a:xfrm>
            <a:off x="8176285" y="2215624"/>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21" name="Text 21">
            <a:extLst>
              <a:ext uri="{FF2B5EF4-FFF2-40B4-BE49-F238E27FC236}">
                <a16:creationId xmlns:a16="http://schemas.microsoft.com/office/drawing/2014/main" id="{9F6ACDD1-04F8-8B0F-42A0-54E78F3BB4FA}"/>
              </a:ext>
            </a:extLst>
          </p:cNvPr>
          <p:cNvSpPr/>
          <p:nvPr/>
        </p:nvSpPr>
        <p:spPr>
          <a:xfrm>
            <a:off x="8136181" y="2920732"/>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40</a:t>
            </a:r>
            <a:endParaRPr lang="en-US" sz="1200" dirty="0">
              <a:latin typeface="メイリオ" panose="020B0604030504040204" pitchFamily="50" charset="-128"/>
              <a:ea typeface="メイリオ" panose="020B0604030504040204" pitchFamily="50" charset="-128"/>
            </a:endParaRPr>
          </a:p>
        </p:txBody>
      </p:sp>
      <p:sp>
        <p:nvSpPr>
          <p:cNvPr id="22" name="Shape 22">
            <a:extLst>
              <a:ext uri="{FF2B5EF4-FFF2-40B4-BE49-F238E27FC236}">
                <a16:creationId xmlns:a16="http://schemas.microsoft.com/office/drawing/2014/main" id="{A160304D-FD48-F02A-9C9B-517A699EFDED}"/>
              </a:ext>
            </a:extLst>
          </p:cNvPr>
          <p:cNvSpPr/>
          <p:nvPr/>
        </p:nvSpPr>
        <p:spPr>
          <a:xfrm>
            <a:off x="9218971" y="2154442"/>
            <a:ext cx="970617" cy="972000"/>
          </a:xfrm>
          <a:prstGeom prst="rect">
            <a:avLst/>
          </a:prstGeom>
          <a:solidFill>
            <a:srgbClr val="53476B"/>
          </a:solidFill>
          <a:ln w="1905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 23">
            <a:extLst>
              <a:ext uri="{FF2B5EF4-FFF2-40B4-BE49-F238E27FC236}">
                <a16:creationId xmlns:a16="http://schemas.microsoft.com/office/drawing/2014/main" id="{0912E545-438C-DC49-9506-85E032CE7452}"/>
              </a:ext>
            </a:extLst>
          </p:cNvPr>
          <p:cNvSpPr/>
          <p:nvPr/>
        </p:nvSpPr>
        <p:spPr>
          <a:xfrm>
            <a:off x="9293953" y="2221974"/>
            <a:ext cx="857536"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FFFFFF"/>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24" name="Text 24">
            <a:extLst>
              <a:ext uri="{FF2B5EF4-FFF2-40B4-BE49-F238E27FC236}">
                <a16:creationId xmlns:a16="http://schemas.microsoft.com/office/drawing/2014/main" id="{2497A5F5-CEFB-6B7B-75C9-1C5CF50EA35B}"/>
              </a:ext>
            </a:extLst>
          </p:cNvPr>
          <p:cNvSpPr/>
          <p:nvPr/>
        </p:nvSpPr>
        <p:spPr>
          <a:xfrm>
            <a:off x="9253849" y="2914382"/>
            <a:ext cx="857536"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FFFFFF"/>
                </a:solidFill>
                <a:latin typeface="メイリオ" panose="020B0604030504040204" pitchFamily="50" charset="-128"/>
                <a:ea typeface="メイリオ" panose="020B0604030504040204" pitchFamily="50" charset="-128"/>
                <a:cs typeface="JetBrains Mono" pitchFamily="34" charset="-120"/>
              </a:rPr>
              <a:t>200</a:t>
            </a:r>
            <a:endParaRPr lang="en-US" sz="1200" dirty="0">
              <a:latin typeface="メイリオ" panose="020B0604030504040204" pitchFamily="50" charset="-128"/>
              <a:ea typeface="メイリオ" panose="020B0604030504040204" pitchFamily="50" charset="-128"/>
            </a:endParaRPr>
          </a:p>
        </p:txBody>
      </p:sp>
      <p:sp>
        <p:nvSpPr>
          <p:cNvPr id="25" name="Shape 25">
            <a:extLst>
              <a:ext uri="{FF2B5EF4-FFF2-40B4-BE49-F238E27FC236}">
                <a16:creationId xmlns:a16="http://schemas.microsoft.com/office/drawing/2014/main" id="{1687AC82-A62C-7DC4-CB90-CE9E3EEEB04C}"/>
              </a:ext>
            </a:extLst>
          </p:cNvPr>
          <p:cNvSpPr/>
          <p:nvPr/>
        </p:nvSpPr>
        <p:spPr>
          <a:xfrm>
            <a:off x="10321526" y="2154442"/>
            <a:ext cx="970617"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26">
            <a:extLst>
              <a:ext uri="{FF2B5EF4-FFF2-40B4-BE49-F238E27FC236}">
                <a16:creationId xmlns:a16="http://schemas.microsoft.com/office/drawing/2014/main" id="{CBA37C0E-0601-0DD1-3104-18E126B2989E}"/>
              </a:ext>
            </a:extLst>
          </p:cNvPr>
          <p:cNvSpPr/>
          <p:nvPr/>
        </p:nvSpPr>
        <p:spPr>
          <a:xfrm>
            <a:off x="10393434" y="2215624"/>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27" name="Text 27">
            <a:extLst>
              <a:ext uri="{FF2B5EF4-FFF2-40B4-BE49-F238E27FC236}">
                <a16:creationId xmlns:a16="http://schemas.microsoft.com/office/drawing/2014/main" id="{31E3BF00-6326-1FC1-D7ED-B0B811DAD1C0}"/>
              </a:ext>
            </a:extLst>
          </p:cNvPr>
          <p:cNvSpPr/>
          <p:nvPr/>
        </p:nvSpPr>
        <p:spPr>
          <a:xfrm>
            <a:off x="10353330" y="2920732"/>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50</a:t>
            </a:r>
            <a:endParaRPr lang="en-US" sz="1200" dirty="0">
              <a:latin typeface="メイリオ" panose="020B0604030504040204" pitchFamily="50" charset="-128"/>
              <a:ea typeface="メイリオ" panose="020B0604030504040204" pitchFamily="50" charset="-128"/>
            </a:endParaRPr>
          </a:p>
        </p:txBody>
      </p:sp>
      <p:sp>
        <p:nvSpPr>
          <p:cNvPr id="28" name="Shape 28">
            <a:extLst>
              <a:ext uri="{FF2B5EF4-FFF2-40B4-BE49-F238E27FC236}">
                <a16:creationId xmlns:a16="http://schemas.microsoft.com/office/drawing/2014/main" id="{08F28F6D-B95F-321B-2D84-DBB9818D1EF4}"/>
              </a:ext>
            </a:extLst>
          </p:cNvPr>
          <p:cNvSpPr/>
          <p:nvPr/>
        </p:nvSpPr>
        <p:spPr>
          <a:xfrm>
            <a:off x="5923322" y="3195102"/>
            <a:ext cx="972000"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 name="Text 29">
            <a:extLst>
              <a:ext uri="{FF2B5EF4-FFF2-40B4-BE49-F238E27FC236}">
                <a16:creationId xmlns:a16="http://schemas.microsoft.com/office/drawing/2014/main" id="{7B350B78-2DCD-10B1-FA69-8FCF655D9D5E}"/>
              </a:ext>
            </a:extLst>
          </p:cNvPr>
          <p:cNvSpPr/>
          <p:nvPr/>
        </p:nvSpPr>
        <p:spPr>
          <a:xfrm>
            <a:off x="5995230" y="3270056"/>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30" name="Text 30">
            <a:extLst>
              <a:ext uri="{FF2B5EF4-FFF2-40B4-BE49-F238E27FC236}">
                <a16:creationId xmlns:a16="http://schemas.microsoft.com/office/drawing/2014/main" id="{D86E1011-7086-5C99-72BF-BCC8933F4FD5}"/>
              </a:ext>
            </a:extLst>
          </p:cNvPr>
          <p:cNvSpPr/>
          <p:nvPr/>
        </p:nvSpPr>
        <p:spPr>
          <a:xfrm>
            <a:off x="5955126" y="3951094"/>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90</a:t>
            </a:r>
            <a:endParaRPr lang="en-US" sz="1200" dirty="0">
              <a:latin typeface="メイリオ" panose="020B0604030504040204" pitchFamily="50" charset="-128"/>
              <a:ea typeface="メイリオ" panose="020B0604030504040204" pitchFamily="50" charset="-128"/>
            </a:endParaRPr>
          </a:p>
        </p:txBody>
      </p:sp>
      <p:sp>
        <p:nvSpPr>
          <p:cNvPr id="31" name="Shape 31">
            <a:extLst>
              <a:ext uri="{FF2B5EF4-FFF2-40B4-BE49-F238E27FC236}">
                <a16:creationId xmlns:a16="http://schemas.microsoft.com/office/drawing/2014/main" id="{60B5537A-9BF3-1AA2-E858-D704C3D5CBC8}"/>
              </a:ext>
            </a:extLst>
          </p:cNvPr>
          <p:cNvSpPr/>
          <p:nvPr/>
        </p:nvSpPr>
        <p:spPr>
          <a:xfrm>
            <a:off x="7001807" y="3195102"/>
            <a:ext cx="972000" cy="972000"/>
          </a:xfrm>
          <a:prstGeom prst="rect">
            <a:avLst/>
          </a:prstGeom>
          <a:solidFill>
            <a:srgbClr val="FFFFFF"/>
          </a:solidFill>
          <a:ln w="1905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2" name="Text 32">
            <a:extLst>
              <a:ext uri="{FF2B5EF4-FFF2-40B4-BE49-F238E27FC236}">
                <a16:creationId xmlns:a16="http://schemas.microsoft.com/office/drawing/2014/main" id="{EEA86EE0-7B40-876B-C4AE-14B8DA3AAF15}"/>
              </a:ext>
            </a:extLst>
          </p:cNvPr>
          <p:cNvSpPr/>
          <p:nvPr/>
        </p:nvSpPr>
        <p:spPr>
          <a:xfrm>
            <a:off x="7078427" y="3239217"/>
            <a:ext cx="857536"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33" name="Text 33">
            <a:extLst>
              <a:ext uri="{FF2B5EF4-FFF2-40B4-BE49-F238E27FC236}">
                <a16:creationId xmlns:a16="http://schemas.microsoft.com/office/drawing/2014/main" id="{7044D561-57D5-F7DF-386F-EA4231118499}"/>
              </a:ext>
            </a:extLst>
          </p:cNvPr>
          <p:cNvSpPr/>
          <p:nvPr/>
        </p:nvSpPr>
        <p:spPr>
          <a:xfrm>
            <a:off x="7036686" y="3944744"/>
            <a:ext cx="857536"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140</a:t>
            </a:r>
            <a:endParaRPr lang="en-US" sz="1200" dirty="0">
              <a:latin typeface="メイリオ" panose="020B0604030504040204" pitchFamily="50" charset="-128"/>
              <a:ea typeface="メイリオ" panose="020B0604030504040204" pitchFamily="50" charset="-128"/>
            </a:endParaRPr>
          </a:p>
        </p:txBody>
      </p:sp>
      <p:sp>
        <p:nvSpPr>
          <p:cNvPr id="34" name="Shape 34">
            <a:extLst>
              <a:ext uri="{FF2B5EF4-FFF2-40B4-BE49-F238E27FC236}">
                <a16:creationId xmlns:a16="http://schemas.microsoft.com/office/drawing/2014/main" id="{F47EEC85-C704-8ABA-451C-0FB888AED457}"/>
              </a:ext>
            </a:extLst>
          </p:cNvPr>
          <p:cNvSpPr/>
          <p:nvPr/>
        </p:nvSpPr>
        <p:spPr>
          <a:xfrm>
            <a:off x="8104375" y="3195102"/>
            <a:ext cx="972000"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5" name="Text 35">
            <a:extLst>
              <a:ext uri="{FF2B5EF4-FFF2-40B4-BE49-F238E27FC236}">
                <a16:creationId xmlns:a16="http://schemas.microsoft.com/office/drawing/2014/main" id="{0C4BD31D-6675-E7E6-88A1-F3929CED0035}"/>
              </a:ext>
            </a:extLst>
          </p:cNvPr>
          <p:cNvSpPr/>
          <p:nvPr/>
        </p:nvSpPr>
        <p:spPr>
          <a:xfrm>
            <a:off x="8176285" y="3270056"/>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36" name="Text 36">
            <a:extLst>
              <a:ext uri="{FF2B5EF4-FFF2-40B4-BE49-F238E27FC236}">
                <a16:creationId xmlns:a16="http://schemas.microsoft.com/office/drawing/2014/main" id="{48552DDF-2156-ED34-99A8-206F297ADAAC}"/>
              </a:ext>
            </a:extLst>
          </p:cNvPr>
          <p:cNvSpPr/>
          <p:nvPr/>
        </p:nvSpPr>
        <p:spPr>
          <a:xfrm>
            <a:off x="8136181" y="3951094"/>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50</a:t>
            </a:r>
            <a:endParaRPr lang="en-US" sz="1200" dirty="0">
              <a:latin typeface="メイリオ" panose="020B0604030504040204" pitchFamily="50" charset="-128"/>
              <a:ea typeface="メイリオ" panose="020B0604030504040204" pitchFamily="50" charset="-128"/>
            </a:endParaRPr>
          </a:p>
        </p:txBody>
      </p:sp>
      <p:sp>
        <p:nvSpPr>
          <p:cNvPr id="37" name="Shape 37">
            <a:extLst>
              <a:ext uri="{FF2B5EF4-FFF2-40B4-BE49-F238E27FC236}">
                <a16:creationId xmlns:a16="http://schemas.microsoft.com/office/drawing/2014/main" id="{AB7634F4-23AD-D18B-167D-7867BB6480DB}"/>
              </a:ext>
            </a:extLst>
          </p:cNvPr>
          <p:cNvSpPr/>
          <p:nvPr/>
        </p:nvSpPr>
        <p:spPr>
          <a:xfrm>
            <a:off x="9218970" y="3195102"/>
            <a:ext cx="972000"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 38">
            <a:extLst>
              <a:ext uri="{FF2B5EF4-FFF2-40B4-BE49-F238E27FC236}">
                <a16:creationId xmlns:a16="http://schemas.microsoft.com/office/drawing/2014/main" id="{4B593F12-4421-61AE-0A00-BAF36005529A}"/>
              </a:ext>
            </a:extLst>
          </p:cNvPr>
          <p:cNvSpPr/>
          <p:nvPr/>
        </p:nvSpPr>
        <p:spPr>
          <a:xfrm>
            <a:off x="9290878" y="3270056"/>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39" name="Text 39">
            <a:extLst>
              <a:ext uri="{FF2B5EF4-FFF2-40B4-BE49-F238E27FC236}">
                <a16:creationId xmlns:a16="http://schemas.microsoft.com/office/drawing/2014/main" id="{A603ED86-55C3-31DF-3096-89345E5CA232}"/>
              </a:ext>
            </a:extLst>
          </p:cNvPr>
          <p:cNvSpPr/>
          <p:nvPr/>
        </p:nvSpPr>
        <p:spPr>
          <a:xfrm>
            <a:off x="9250774" y="3951094"/>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60</a:t>
            </a:r>
            <a:endParaRPr lang="en-US" sz="1200" dirty="0">
              <a:latin typeface="メイリオ" panose="020B0604030504040204" pitchFamily="50" charset="-128"/>
              <a:ea typeface="メイリオ" panose="020B0604030504040204" pitchFamily="50" charset="-128"/>
            </a:endParaRPr>
          </a:p>
        </p:txBody>
      </p:sp>
      <p:sp>
        <p:nvSpPr>
          <p:cNvPr id="40" name="Shape 40">
            <a:extLst>
              <a:ext uri="{FF2B5EF4-FFF2-40B4-BE49-F238E27FC236}">
                <a16:creationId xmlns:a16="http://schemas.microsoft.com/office/drawing/2014/main" id="{FD224E55-431D-4041-0FCB-B2632E53C206}"/>
              </a:ext>
            </a:extLst>
          </p:cNvPr>
          <p:cNvSpPr/>
          <p:nvPr/>
        </p:nvSpPr>
        <p:spPr>
          <a:xfrm>
            <a:off x="10321525" y="3195102"/>
            <a:ext cx="972000"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Text 41">
            <a:extLst>
              <a:ext uri="{FF2B5EF4-FFF2-40B4-BE49-F238E27FC236}">
                <a16:creationId xmlns:a16="http://schemas.microsoft.com/office/drawing/2014/main" id="{B2411E09-A7A4-3D28-09F6-1C7A5B489018}"/>
              </a:ext>
            </a:extLst>
          </p:cNvPr>
          <p:cNvSpPr/>
          <p:nvPr/>
        </p:nvSpPr>
        <p:spPr>
          <a:xfrm>
            <a:off x="10393434" y="3270056"/>
            <a:ext cx="866959" cy="279930"/>
          </a:xfrm>
          <a:prstGeom prst="rect">
            <a:avLst/>
          </a:prstGeom>
          <a:noFill/>
          <a:ln/>
        </p:spPr>
        <p:txBody>
          <a:bodyPr wrap="square" lIns="25400" tIns="25400" rIns="25400" bIns="25400" rtlCol="0" anchor="t">
            <a:noAutofit/>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42" name="Text 42">
            <a:extLst>
              <a:ext uri="{FF2B5EF4-FFF2-40B4-BE49-F238E27FC236}">
                <a16:creationId xmlns:a16="http://schemas.microsoft.com/office/drawing/2014/main" id="{C6819014-7AC3-AE56-2E1A-9A44B090A116}"/>
              </a:ext>
            </a:extLst>
          </p:cNvPr>
          <p:cNvSpPr/>
          <p:nvPr/>
        </p:nvSpPr>
        <p:spPr>
          <a:xfrm>
            <a:off x="10353330" y="3951094"/>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120</a:t>
            </a:r>
            <a:endParaRPr lang="en-US" sz="1200" dirty="0">
              <a:latin typeface="メイリオ" panose="020B0604030504040204" pitchFamily="50" charset="-128"/>
              <a:ea typeface="メイリオ" panose="020B0604030504040204" pitchFamily="50" charset="-128"/>
            </a:endParaRPr>
          </a:p>
        </p:txBody>
      </p:sp>
      <p:sp>
        <p:nvSpPr>
          <p:cNvPr id="43" name="Shape 43">
            <a:extLst>
              <a:ext uri="{FF2B5EF4-FFF2-40B4-BE49-F238E27FC236}">
                <a16:creationId xmlns:a16="http://schemas.microsoft.com/office/drawing/2014/main" id="{8F17A7B9-D042-6964-0335-D7B4C77D33A5}"/>
              </a:ext>
            </a:extLst>
          </p:cNvPr>
          <p:cNvSpPr/>
          <p:nvPr/>
        </p:nvSpPr>
        <p:spPr>
          <a:xfrm>
            <a:off x="5923322" y="4237498"/>
            <a:ext cx="972000"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Text 44">
            <a:extLst>
              <a:ext uri="{FF2B5EF4-FFF2-40B4-BE49-F238E27FC236}">
                <a16:creationId xmlns:a16="http://schemas.microsoft.com/office/drawing/2014/main" id="{8C14B5F6-E8AB-DA3D-DD43-E29FEBC0CCE7}"/>
              </a:ext>
            </a:extLst>
          </p:cNvPr>
          <p:cNvSpPr/>
          <p:nvPr/>
        </p:nvSpPr>
        <p:spPr>
          <a:xfrm>
            <a:off x="5995230" y="4300420"/>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45" name="Text 45">
            <a:extLst>
              <a:ext uri="{FF2B5EF4-FFF2-40B4-BE49-F238E27FC236}">
                <a16:creationId xmlns:a16="http://schemas.microsoft.com/office/drawing/2014/main" id="{D2331C0E-E9AC-C757-5F13-16FD0EF4A2A1}"/>
              </a:ext>
            </a:extLst>
          </p:cNvPr>
          <p:cNvSpPr/>
          <p:nvPr/>
        </p:nvSpPr>
        <p:spPr>
          <a:xfrm>
            <a:off x="5955126" y="4993490"/>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80</a:t>
            </a:r>
            <a:endParaRPr lang="en-US" sz="1200" dirty="0">
              <a:latin typeface="メイリオ" panose="020B0604030504040204" pitchFamily="50" charset="-128"/>
              <a:ea typeface="メイリオ" panose="020B0604030504040204" pitchFamily="50" charset="-128"/>
            </a:endParaRPr>
          </a:p>
        </p:txBody>
      </p:sp>
      <p:sp>
        <p:nvSpPr>
          <p:cNvPr id="46" name="Shape 46">
            <a:extLst>
              <a:ext uri="{FF2B5EF4-FFF2-40B4-BE49-F238E27FC236}">
                <a16:creationId xmlns:a16="http://schemas.microsoft.com/office/drawing/2014/main" id="{F161281F-0E56-CA28-80D2-176783150F1B}"/>
              </a:ext>
            </a:extLst>
          </p:cNvPr>
          <p:cNvSpPr/>
          <p:nvPr/>
        </p:nvSpPr>
        <p:spPr>
          <a:xfrm>
            <a:off x="7001807" y="4237498"/>
            <a:ext cx="972000"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7" name="Text 47">
            <a:extLst>
              <a:ext uri="{FF2B5EF4-FFF2-40B4-BE49-F238E27FC236}">
                <a16:creationId xmlns:a16="http://schemas.microsoft.com/office/drawing/2014/main" id="{E3CDEDB8-EC2A-B119-7D74-BFCD3877589B}"/>
              </a:ext>
            </a:extLst>
          </p:cNvPr>
          <p:cNvSpPr/>
          <p:nvPr/>
        </p:nvSpPr>
        <p:spPr>
          <a:xfrm>
            <a:off x="7073716" y="4300420"/>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48" name="Text 48">
            <a:extLst>
              <a:ext uri="{FF2B5EF4-FFF2-40B4-BE49-F238E27FC236}">
                <a16:creationId xmlns:a16="http://schemas.microsoft.com/office/drawing/2014/main" id="{F2073C23-7742-DADB-D3C7-058308C62794}"/>
              </a:ext>
            </a:extLst>
          </p:cNvPr>
          <p:cNvSpPr/>
          <p:nvPr/>
        </p:nvSpPr>
        <p:spPr>
          <a:xfrm>
            <a:off x="7033612" y="4993490"/>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20</a:t>
            </a:r>
            <a:endParaRPr lang="en-US" sz="1200" dirty="0">
              <a:latin typeface="メイリオ" panose="020B0604030504040204" pitchFamily="50" charset="-128"/>
              <a:ea typeface="メイリオ" panose="020B0604030504040204" pitchFamily="50" charset="-128"/>
            </a:endParaRPr>
          </a:p>
        </p:txBody>
      </p:sp>
      <p:sp>
        <p:nvSpPr>
          <p:cNvPr id="49" name="Shape 49">
            <a:extLst>
              <a:ext uri="{FF2B5EF4-FFF2-40B4-BE49-F238E27FC236}">
                <a16:creationId xmlns:a16="http://schemas.microsoft.com/office/drawing/2014/main" id="{177975EC-4166-E4CD-01C2-EA1F3177271E}"/>
              </a:ext>
            </a:extLst>
          </p:cNvPr>
          <p:cNvSpPr/>
          <p:nvPr/>
        </p:nvSpPr>
        <p:spPr>
          <a:xfrm>
            <a:off x="8104375" y="4237498"/>
            <a:ext cx="972000" cy="972000"/>
          </a:xfrm>
          <a:prstGeom prst="rect">
            <a:avLst/>
          </a:prstGeom>
          <a:solidFill>
            <a:srgbClr val="53476B"/>
          </a:solidFill>
          <a:ln w="1905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0" name="Text 50">
            <a:extLst>
              <a:ext uri="{FF2B5EF4-FFF2-40B4-BE49-F238E27FC236}">
                <a16:creationId xmlns:a16="http://schemas.microsoft.com/office/drawing/2014/main" id="{606347C5-A764-2E2C-1454-03B4131F3695}"/>
              </a:ext>
            </a:extLst>
          </p:cNvPr>
          <p:cNvSpPr/>
          <p:nvPr/>
        </p:nvSpPr>
        <p:spPr>
          <a:xfrm>
            <a:off x="8179358" y="4306770"/>
            <a:ext cx="857536"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FFFFFF"/>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51" name="Text 51">
            <a:extLst>
              <a:ext uri="{FF2B5EF4-FFF2-40B4-BE49-F238E27FC236}">
                <a16:creationId xmlns:a16="http://schemas.microsoft.com/office/drawing/2014/main" id="{825CBFCE-13B4-7564-2A38-719B3628EBDF}"/>
              </a:ext>
            </a:extLst>
          </p:cNvPr>
          <p:cNvSpPr/>
          <p:nvPr/>
        </p:nvSpPr>
        <p:spPr>
          <a:xfrm>
            <a:off x="8139254" y="4987140"/>
            <a:ext cx="857536"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FFFFFF"/>
                </a:solidFill>
                <a:latin typeface="メイリオ" panose="020B0604030504040204" pitchFamily="50" charset="-128"/>
                <a:ea typeface="メイリオ" panose="020B0604030504040204" pitchFamily="50" charset="-128"/>
                <a:cs typeface="JetBrains Mono" pitchFamily="34" charset="-120"/>
              </a:rPr>
              <a:t>180</a:t>
            </a:r>
            <a:endParaRPr lang="en-US" sz="1200" dirty="0">
              <a:latin typeface="メイリオ" panose="020B0604030504040204" pitchFamily="50" charset="-128"/>
              <a:ea typeface="メイリオ" panose="020B0604030504040204" pitchFamily="50" charset="-128"/>
            </a:endParaRPr>
          </a:p>
        </p:txBody>
      </p:sp>
      <p:sp>
        <p:nvSpPr>
          <p:cNvPr id="52" name="Shape 52">
            <a:extLst>
              <a:ext uri="{FF2B5EF4-FFF2-40B4-BE49-F238E27FC236}">
                <a16:creationId xmlns:a16="http://schemas.microsoft.com/office/drawing/2014/main" id="{F4417C6C-ADD6-0BD7-6B98-BDACC8A95AD6}"/>
              </a:ext>
            </a:extLst>
          </p:cNvPr>
          <p:cNvSpPr/>
          <p:nvPr/>
        </p:nvSpPr>
        <p:spPr>
          <a:xfrm>
            <a:off x="9218970" y="4237498"/>
            <a:ext cx="972000"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Text 53">
            <a:extLst>
              <a:ext uri="{FF2B5EF4-FFF2-40B4-BE49-F238E27FC236}">
                <a16:creationId xmlns:a16="http://schemas.microsoft.com/office/drawing/2014/main" id="{DEADA97C-3A8C-1C4A-CE5A-E9BCF73F275A}"/>
              </a:ext>
            </a:extLst>
          </p:cNvPr>
          <p:cNvSpPr/>
          <p:nvPr/>
        </p:nvSpPr>
        <p:spPr>
          <a:xfrm>
            <a:off x="9290878" y="4300420"/>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54" name="Text 54">
            <a:extLst>
              <a:ext uri="{FF2B5EF4-FFF2-40B4-BE49-F238E27FC236}">
                <a16:creationId xmlns:a16="http://schemas.microsoft.com/office/drawing/2014/main" id="{BD575536-1F66-310E-1C53-9B24747EA1CA}"/>
              </a:ext>
            </a:extLst>
          </p:cNvPr>
          <p:cNvSpPr/>
          <p:nvPr/>
        </p:nvSpPr>
        <p:spPr>
          <a:xfrm>
            <a:off x="9238742" y="4993490"/>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30</a:t>
            </a:r>
            <a:endParaRPr lang="en-US" sz="1200" dirty="0">
              <a:latin typeface="メイリオ" panose="020B0604030504040204" pitchFamily="50" charset="-128"/>
              <a:ea typeface="メイリオ" panose="020B0604030504040204" pitchFamily="50" charset="-128"/>
            </a:endParaRPr>
          </a:p>
        </p:txBody>
      </p:sp>
      <p:sp>
        <p:nvSpPr>
          <p:cNvPr id="55" name="Shape 55">
            <a:extLst>
              <a:ext uri="{FF2B5EF4-FFF2-40B4-BE49-F238E27FC236}">
                <a16:creationId xmlns:a16="http://schemas.microsoft.com/office/drawing/2014/main" id="{28D45181-5A14-5224-9811-A014B7166B8F}"/>
              </a:ext>
            </a:extLst>
          </p:cNvPr>
          <p:cNvSpPr/>
          <p:nvPr/>
        </p:nvSpPr>
        <p:spPr>
          <a:xfrm>
            <a:off x="10321525" y="4237498"/>
            <a:ext cx="972000" cy="972000"/>
          </a:xfrm>
          <a:prstGeom prst="rect">
            <a:avLst/>
          </a:prstGeom>
          <a:solidFill>
            <a:srgbClr val="FFFFFF"/>
          </a:solidFill>
          <a:ln w="12700">
            <a:solidFill>
              <a:srgbClr val="A098B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6" name="Text 56">
            <a:extLst>
              <a:ext uri="{FF2B5EF4-FFF2-40B4-BE49-F238E27FC236}">
                <a16:creationId xmlns:a16="http://schemas.microsoft.com/office/drawing/2014/main" id="{2E4A7F99-961A-7C62-3249-1D27FA793495}"/>
              </a:ext>
            </a:extLst>
          </p:cNvPr>
          <p:cNvSpPr/>
          <p:nvPr/>
        </p:nvSpPr>
        <p:spPr>
          <a:xfrm>
            <a:off x="10393434" y="4300420"/>
            <a:ext cx="866959" cy="279930"/>
          </a:xfrm>
          <a:prstGeom prst="rect">
            <a:avLst/>
          </a:prstGeom>
          <a:noFill/>
          <a:ln/>
        </p:spPr>
        <p:txBody>
          <a:bodyPr wrap="square" lIns="25400" tIns="25400" rIns="25400" bIns="25400" rtlCol="0" anchor="t">
            <a:normAutofit fontScale="92500" lnSpcReduction="20000"/>
          </a:bodyPr>
          <a:lstStyle/>
          <a:p>
            <a:pPr marL="0" indent="0" algn="l">
              <a:buNone/>
            </a:pPr>
            <a:r>
              <a:rPr lang="en-US"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dirty="0">
              <a:latin typeface="メイリオ" panose="020B0604030504040204" pitchFamily="50" charset="-128"/>
              <a:ea typeface="メイリオ" panose="020B0604030504040204" pitchFamily="50" charset="-128"/>
            </a:endParaRPr>
          </a:p>
        </p:txBody>
      </p:sp>
      <p:sp>
        <p:nvSpPr>
          <p:cNvPr id="57" name="Text 57">
            <a:extLst>
              <a:ext uri="{FF2B5EF4-FFF2-40B4-BE49-F238E27FC236}">
                <a16:creationId xmlns:a16="http://schemas.microsoft.com/office/drawing/2014/main" id="{8C8589C4-8F43-1DB6-F2B2-61617AB866DC}"/>
              </a:ext>
            </a:extLst>
          </p:cNvPr>
          <p:cNvSpPr/>
          <p:nvPr/>
        </p:nvSpPr>
        <p:spPr>
          <a:xfrm>
            <a:off x="10341298" y="4993490"/>
            <a:ext cx="866959" cy="207148"/>
          </a:xfrm>
          <a:prstGeom prst="rect">
            <a:avLst/>
          </a:prstGeom>
          <a:noFill/>
          <a:ln/>
        </p:spPr>
        <p:txBody>
          <a:bodyPr wrap="square" lIns="25400" tIns="25400" rIns="25400" bIns="25400" rtlCol="0" anchor="t">
            <a:normAutofit fontScale="92500" lnSpcReduction="10000"/>
          </a:bodyPr>
          <a:lstStyle/>
          <a:p>
            <a:pPr marL="0" indent="0" algn="r">
              <a:buNone/>
            </a:pPr>
            <a:r>
              <a:rPr lang="en-US" sz="1200" b="1" dirty="0">
                <a:solidFill>
                  <a:srgbClr val="53476B"/>
                </a:solidFill>
                <a:latin typeface="メイリオ" panose="020B0604030504040204" pitchFamily="50" charset="-128"/>
                <a:ea typeface="メイリオ" panose="020B0604030504040204" pitchFamily="50" charset="-128"/>
                <a:cs typeface="JetBrains Mono" pitchFamily="34" charset="-120"/>
              </a:rPr>
              <a:t>40</a:t>
            </a:r>
            <a:endParaRPr lang="en-US" sz="1200" dirty="0">
              <a:latin typeface="メイリオ" panose="020B0604030504040204" pitchFamily="50" charset="-128"/>
              <a:ea typeface="メイリオ" panose="020B0604030504040204" pitchFamily="50" charset="-128"/>
            </a:endParaRPr>
          </a:p>
        </p:txBody>
      </p:sp>
      <p:sp>
        <p:nvSpPr>
          <p:cNvPr id="2" name="日付プレースホルダー 1">
            <a:extLst>
              <a:ext uri="{FF2B5EF4-FFF2-40B4-BE49-F238E27FC236}">
                <a16:creationId xmlns:a16="http://schemas.microsoft.com/office/drawing/2014/main" id="{C304F232-2F1A-5210-6DDF-EA68736C054F}"/>
              </a:ext>
            </a:extLst>
          </p:cNvPr>
          <p:cNvSpPr>
            <a:spLocks noGrp="1"/>
          </p:cNvSpPr>
          <p:nvPr>
            <p:ph type="dt" sz="half" idx="10"/>
          </p:nvPr>
        </p:nvSpPr>
        <p:spPr/>
        <p:txBody>
          <a:bodyPr/>
          <a:lstStyle/>
          <a:p>
            <a:r>
              <a:rPr lang="en-US" altLang="ja-JP"/>
              <a:t>2026/07/09</a:t>
            </a:r>
            <a:endParaRPr lang="ja-JP" altLang="en-US"/>
          </a:p>
        </p:txBody>
      </p:sp>
      <p:sp>
        <p:nvSpPr>
          <p:cNvPr id="3" name="スライド番号プレースホルダー 2">
            <a:extLst>
              <a:ext uri="{FF2B5EF4-FFF2-40B4-BE49-F238E27FC236}">
                <a16:creationId xmlns:a16="http://schemas.microsoft.com/office/drawing/2014/main" id="{189F5808-F3B7-4B42-97A3-57844A518337}"/>
              </a:ext>
            </a:extLst>
          </p:cNvPr>
          <p:cNvSpPr>
            <a:spLocks noGrp="1"/>
          </p:cNvSpPr>
          <p:nvPr>
            <p:ph type="sldNum" sz="quarter" idx="12"/>
          </p:nvPr>
        </p:nvSpPr>
        <p:spPr/>
        <p:txBody>
          <a:bodyPr/>
          <a:lstStyle/>
          <a:p>
            <a:fld id="{4E9148DC-F7ED-4428-85F4-2C78C4B0CFB7}" type="slidenum">
              <a:rPr lang="ja-JP" altLang="en-US" smtClean="0"/>
              <a:pPr/>
              <a:t>7</a:t>
            </a:fld>
            <a:endParaRPr lang="ja-JP" altLang="en-US" dirty="0"/>
          </a:p>
        </p:txBody>
      </p:sp>
      <p:sp>
        <p:nvSpPr>
          <p:cNvPr id="4" name="Text 4">
            <a:extLst>
              <a:ext uri="{FF2B5EF4-FFF2-40B4-BE49-F238E27FC236}">
                <a16:creationId xmlns:a16="http://schemas.microsoft.com/office/drawing/2014/main" id="{079D030C-8A4C-1417-0823-C324E4E4D467}"/>
              </a:ext>
            </a:extLst>
          </p:cNvPr>
          <p:cNvSpPr/>
          <p:nvPr/>
        </p:nvSpPr>
        <p:spPr>
          <a:xfrm>
            <a:off x="938240" y="1556011"/>
            <a:ext cx="5504447" cy="1752600"/>
          </a:xfrm>
          <a:prstGeom prst="rect">
            <a:avLst/>
          </a:prstGeom>
          <a:noFill/>
          <a:ln/>
        </p:spPr>
        <p:txBody>
          <a:bodyPr wrap="square" lIns="25400" tIns="25400" rIns="25400" bIns="25400" rtlCol="0" anchor="t">
            <a:normAutofit lnSpcReduction="10000"/>
          </a:bodyPr>
          <a:lstStyle/>
          <a:p>
            <a:pPr marL="0" indent="0" algn="l">
              <a:lnSpc>
                <a:spcPct val="150000"/>
              </a:lnSpc>
              <a:buNone/>
            </a:pPr>
            <a:r>
              <a:rPr lang="en-US" sz="2000" b="1" kern="0" spc="240" dirty="0" err="1">
                <a:solidFill>
                  <a:srgbClr val="000000"/>
                </a:solidFill>
                <a:latin typeface="メイリオ" panose="020B0604030504040204" pitchFamily="50" charset="-128"/>
                <a:ea typeface="メイリオ" panose="020B0604030504040204" pitchFamily="50" charset="-128"/>
                <a:cs typeface="Arial" pitchFamily="34" charset="-120"/>
              </a:rPr>
              <a:t>様々なWebサイトを訪問して</a:t>
            </a:r>
            <a:endParaRPr lang="en-US" sz="2000" b="1" kern="0" spc="240" dirty="0">
              <a:solidFill>
                <a:srgbClr val="000000"/>
              </a:solidFill>
              <a:latin typeface="メイリオ" panose="020B0604030504040204" pitchFamily="50" charset="-128"/>
              <a:ea typeface="メイリオ" panose="020B0604030504040204" pitchFamily="50" charset="-128"/>
              <a:cs typeface="Arial" pitchFamily="34" charset="-120"/>
            </a:endParaRPr>
          </a:p>
          <a:p>
            <a:pPr marL="0" indent="0" algn="l">
              <a:lnSpc>
                <a:spcPct val="150000"/>
              </a:lnSpc>
              <a:buNone/>
            </a:pPr>
            <a:r>
              <a:rPr lang="en-US" sz="2000" b="1" kern="0" spc="240" dirty="0" err="1">
                <a:solidFill>
                  <a:srgbClr val="53476B"/>
                </a:solidFill>
                <a:latin typeface="メイリオ" panose="020B0604030504040204" pitchFamily="50" charset="-128"/>
                <a:ea typeface="メイリオ" panose="020B0604030504040204" pitchFamily="50" charset="-128"/>
                <a:cs typeface="Arial" pitchFamily="34" charset="-120"/>
              </a:rPr>
              <a:t>本物のCookieを集める</a:t>
            </a:r>
            <a:endParaRPr lang="en-US" sz="2000" b="1" kern="0" spc="240" dirty="0">
              <a:solidFill>
                <a:srgbClr val="53476B"/>
              </a:solidFill>
              <a:latin typeface="メイリオ" panose="020B0604030504040204" pitchFamily="50" charset="-128"/>
              <a:ea typeface="メイリオ" panose="020B0604030504040204" pitchFamily="50" charset="-128"/>
              <a:cs typeface="Arial" pitchFamily="34" charset="-120"/>
            </a:endParaRPr>
          </a:p>
          <a:p>
            <a:pPr>
              <a:lnSpc>
                <a:spcPct val="150000"/>
              </a:lnSpc>
            </a:pPr>
            <a:r>
              <a:rPr lang="en-US" altLang="ja-JP" sz="2000" b="1" kern="0" spc="240" dirty="0">
                <a:solidFill>
                  <a:srgbClr val="000000"/>
                </a:solidFill>
                <a:latin typeface="メイリオ" panose="020B0604030504040204" pitchFamily="50" charset="-128"/>
                <a:ea typeface="メイリオ" panose="020B0604030504040204" pitchFamily="50" charset="-128"/>
                <a:cs typeface="Arial" pitchFamily="34" charset="-120"/>
              </a:rPr>
              <a:t>AI(1〜3</a:t>
            </a:r>
            <a:r>
              <a:rPr lang="ja-JP" altLang="en-US" sz="2000" b="1" kern="0" spc="240" dirty="0">
                <a:solidFill>
                  <a:srgbClr val="000000"/>
                </a:solidFill>
                <a:latin typeface="メイリオ" panose="020B0604030504040204" pitchFamily="50" charset="-128"/>
                <a:ea typeface="メイリオ" panose="020B0604030504040204" pitchFamily="50" charset="-128"/>
                <a:cs typeface="Arial" pitchFamily="34" charset="-120"/>
              </a:rPr>
              <a:t>体</a:t>
            </a:r>
            <a:r>
              <a:rPr lang="en-US" altLang="ja-JP" sz="2000" b="1" kern="0" spc="240" dirty="0">
                <a:solidFill>
                  <a:srgbClr val="000000"/>
                </a:solidFill>
                <a:latin typeface="メイリオ" panose="020B0604030504040204" pitchFamily="50" charset="-128"/>
                <a:ea typeface="メイリオ" panose="020B0604030504040204" pitchFamily="50" charset="-128"/>
                <a:cs typeface="Arial" pitchFamily="34" charset="-120"/>
              </a:rPr>
              <a:t>)</a:t>
            </a:r>
            <a:r>
              <a:rPr lang="ja-JP" altLang="en-US" sz="2000" b="1" kern="0" spc="240" dirty="0">
                <a:solidFill>
                  <a:srgbClr val="000000"/>
                </a:solidFill>
                <a:latin typeface="メイリオ" panose="020B0604030504040204" pitchFamily="50" charset="-128"/>
                <a:ea typeface="メイリオ" panose="020B0604030504040204" pitchFamily="50" charset="-128"/>
                <a:cs typeface="Arial" pitchFamily="34" charset="-120"/>
              </a:rPr>
              <a:t>とのシングルプレイ</a:t>
            </a:r>
            <a:r>
              <a:rPr lang="en-US" altLang="ja-JP" sz="2000" b="1" kern="0" spc="240" dirty="0">
                <a:solidFill>
                  <a:srgbClr val="000000"/>
                </a:solidFill>
                <a:latin typeface="メイリオ" panose="020B0604030504040204" pitchFamily="50" charset="-128"/>
                <a:ea typeface="メイリオ" panose="020B0604030504040204" pitchFamily="50" charset="-128"/>
                <a:cs typeface="Arial" pitchFamily="34" charset="-120"/>
              </a:rPr>
              <a:t>&amp;</a:t>
            </a:r>
          </a:p>
          <a:p>
            <a:pPr>
              <a:lnSpc>
                <a:spcPct val="150000"/>
              </a:lnSpc>
            </a:pPr>
            <a:r>
              <a:rPr lang="en-US" sz="2000" b="1" kern="0" spc="240" dirty="0">
                <a:solidFill>
                  <a:srgbClr val="000000"/>
                </a:solidFill>
                <a:latin typeface="メイリオ" panose="020B0604030504040204" pitchFamily="50" charset="-128"/>
                <a:ea typeface="メイリオ" panose="020B0604030504040204" pitchFamily="50" charset="-128"/>
                <a:cs typeface="Arial" pitchFamily="34" charset="-120"/>
              </a:rPr>
              <a:t>2〜4人の</a:t>
            </a:r>
            <a:r>
              <a:rPr lang="ja-JP" altLang="en-US" sz="2000" b="1" kern="0" spc="240" dirty="0">
                <a:solidFill>
                  <a:srgbClr val="000000"/>
                </a:solidFill>
                <a:latin typeface="メイリオ" panose="020B0604030504040204" pitchFamily="50" charset="-128"/>
                <a:ea typeface="メイリオ" panose="020B0604030504040204" pitchFamily="50" charset="-128"/>
                <a:cs typeface="Arial" pitchFamily="34" charset="-120"/>
              </a:rPr>
              <a:t>オンライン</a:t>
            </a:r>
            <a:r>
              <a:rPr lang="en-US" sz="2000" b="1" kern="0" spc="240" dirty="0" err="1">
                <a:solidFill>
                  <a:srgbClr val="000000"/>
                </a:solidFill>
                <a:latin typeface="メイリオ" panose="020B0604030504040204" pitchFamily="50" charset="-128"/>
                <a:ea typeface="メイリオ" panose="020B0604030504040204" pitchFamily="50" charset="-128"/>
                <a:cs typeface="Arial" pitchFamily="34" charset="-120"/>
              </a:rPr>
              <a:t>対戦</a:t>
            </a:r>
            <a:endParaRPr lang="en-US" sz="2000" dirty="0">
              <a:latin typeface="メイリオ" panose="020B0604030504040204" pitchFamily="50" charset="-128"/>
              <a:ea typeface="メイリオ" panose="020B0604030504040204" pitchFamily="50" charset="-128"/>
            </a:endParaRPr>
          </a:p>
        </p:txBody>
      </p:sp>
      <p:sp>
        <p:nvSpPr>
          <p:cNvPr id="58" name="AutoShape 2">
            <a:extLst>
              <a:ext uri="{FF2B5EF4-FFF2-40B4-BE49-F238E27FC236}">
                <a16:creationId xmlns:a16="http://schemas.microsoft.com/office/drawing/2014/main" id="{B07E5786-6220-6178-3080-EAE89A8C9F95}"/>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59" name="AutoShape 3">
            <a:extLst>
              <a:ext uri="{FF2B5EF4-FFF2-40B4-BE49-F238E27FC236}">
                <a16:creationId xmlns:a16="http://schemas.microsoft.com/office/drawing/2014/main" id="{C9135134-71EF-A6DB-07B1-2A88EA309E54}"/>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60" name="Group 4">
            <a:extLst>
              <a:ext uri="{FF2B5EF4-FFF2-40B4-BE49-F238E27FC236}">
                <a16:creationId xmlns:a16="http://schemas.microsoft.com/office/drawing/2014/main" id="{94D22383-488D-FE54-E53B-C2B7F3B743EB}"/>
              </a:ext>
            </a:extLst>
          </p:cNvPr>
          <p:cNvGrpSpPr/>
          <p:nvPr/>
        </p:nvGrpSpPr>
        <p:grpSpPr>
          <a:xfrm>
            <a:off x="347001" y="411790"/>
            <a:ext cx="591239" cy="89687"/>
            <a:chOff x="0" y="0"/>
            <a:chExt cx="233576" cy="35432"/>
          </a:xfrm>
        </p:grpSpPr>
        <p:sp>
          <p:nvSpPr>
            <p:cNvPr id="61" name="Freeform 5">
              <a:extLst>
                <a:ext uri="{FF2B5EF4-FFF2-40B4-BE49-F238E27FC236}">
                  <a16:creationId xmlns:a16="http://schemas.microsoft.com/office/drawing/2014/main" id="{F2768C10-69A5-3967-C737-8831928D6ADB}"/>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2" name="TextBox 6">
              <a:extLst>
                <a:ext uri="{FF2B5EF4-FFF2-40B4-BE49-F238E27FC236}">
                  <a16:creationId xmlns:a16="http://schemas.microsoft.com/office/drawing/2014/main" id="{3FD510E5-88B9-89A3-DE4A-652D8F903638}"/>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63" name="TextBox 13">
            <a:extLst>
              <a:ext uri="{FF2B5EF4-FFF2-40B4-BE49-F238E27FC236}">
                <a16:creationId xmlns:a16="http://schemas.microsoft.com/office/drawing/2014/main" id="{1CA205E9-9059-8E0B-B375-C43AB3016850}"/>
              </a:ext>
            </a:extLst>
          </p:cNvPr>
          <p:cNvSpPr txBox="1"/>
          <p:nvPr/>
        </p:nvSpPr>
        <p:spPr>
          <a:xfrm>
            <a:off x="1147975" y="295790"/>
            <a:ext cx="10697019" cy="617477"/>
          </a:xfrm>
          <a:prstGeom prst="rect">
            <a:avLst/>
          </a:prstGeom>
        </p:spPr>
        <p:txBody>
          <a:bodyPr wrap="square" lIns="0" tIns="0" rIns="0" bIns="0" rtlCol="0" anchor="t">
            <a:spAutoFit/>
          </a:bodyPr>
          <a:lstStyle/>
          <a:p>
            <a:pPr>
              <a:lnSpc>
                <a:spcPts val="4546"/>
              </a:lnSpc>
            </a:pP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アプリの概要 </a:t>
            </a:r>
            <a:r>
              <a:rPr lang="en-US" altLang="ja-JP" sz="2400" b="1" spc="679" dirty="0">
                <a:solidFill>
                  <a:schemeClr val="tx1">
                    <a:lumMod val="65000"/>
                    <a:lumOff val="35000"/>
                  </a:schemeClr>
                </a:solidFill>
                <a:latin typeface="メイリオ" panose="020B0604030504040204" pitchFamily="50" charset="-128"/>
                <a:ea typeface="メイリオ" panose="020B0604030504040204" pitchFamily="50" charset="-128"/>
                <a:cs typeface="Noto Sans JP Medium"/>
                <a:sym typeface="Noto Sans JP Medium"/>
              </a:rPr>
              <a:t>- Cookie Heist</a:t>
            </a:r>
            <a:endParaRPr lang="en-US" altLang="ja-JP" sz="4800" b="1" spc="679" dirty="0">
              <a:solidFill>
                <a:schemeClr val="tx1">
                  <a:lumMod val="65000"/>
                  <a:lumOff val="35000"/>
                </a:schemeClr>
              </a:solidFill>
              <a:latin typeface="メイリオ" panose="020B0604030504040204" pitchFamily="50" charset="-128"/>
              <a:ea typeface="メイリオ" panose="020B0604030504040204" pitchFamily="50" charset="-128"/>
              <a:cs typeface="Noto Sans JP Medium"/>
              <a:sym typeface="Noto Sans JP Medium"/>
            </a:endParaRPr>
          </a:p>
        </p:txBody>
      </p:sp>
      <p:sp>
        <p:nvSpPr>
          <p:cNvPr id="65" name="TextBox 28">
            <a:extLst>
              <a:ext uri="{FF2B5EF4-FFF2-40B4-BE49-F238E27FC236}">
                <a16:creationId xmlns:a16="http://schemas.microsoft.com/office/drawing/2014/main" id="{188CC2CA-62AF-FF8F-7586-1FF410EA0EF0}"/>
              </a:ext>
            </a:extLst>
          </p:cNvPr>
          <p:cNvSpPr txBox="1"/>
          <p:nvPr/>
        </p:nvSpPr>
        <p:spPr>
          <a:xfrm>
            <a:off x="847180" y="3568006"/>
            <a:ext cx="5789944" cy="2385910"/>
          </a:xfrm>
          <a:prstGeom prst="rect">
            <a:avLst/>
          </a:prstGeom>
        </p:spPr>
        <p:txBody>
          <a:bodyPr wrap="square" lIns="0" tIns="0" rIns="0" bIns="0" rtlCol="0" anchor="t">
            <a:spAutoFit/>
          </a:bodyPr>
          <a:lstStyle/>
          <a:p>
            <a:pPr marL="180975" indent="-180975">
              <a:lnSpc>
                <a:spcPts val="3500"/>
              </a:lnSpc>
              <a:buFont typeface="Wingdings" panose="05000000000000000000" pitchFamily="2" charset="2"/>
              <a:buChar char="q"/>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各サイト訪問でサーバが</a:t>
            </a: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Set-Cookie</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を発行</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marL="180975" indent="-180975">
              <a:lnSpc>
                <a:spcPts val="3000"/>
              </a:lnSpc>
              <a:buFont typeface="Wingdings" panose="05000000000000000000" pitchFamily="2" charset="2"/>
              <a:buChar char="q"/>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他人が訪問済みのサイトに行くと、</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3000"/>
              </a:lnSpc>
            </a:pPr>
            <a:r>
              <a:rPr lang="en-US" altLang="ja-JP" sz="1600" b="1" spc="215" dirty="0">
                <a:latin typeface="メイリオ" panose="020B0604030504040204" pitchFamily="50" charset="-128"/>
                <a:ea typeface="メイリオ" panose="020B0604030504040204" pitchFamily="50" charset="-128"/>
                <a:cs typeface="Noto Sans JP Bold"/>
                <a:sym typeface="Noto Sans JP Bold"/>
              </a:rPr>
              <a:t>  </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相手の</a:t>
            </a:r>
            <a:r>
              <a:rPr lang="en-US" altLang="ja-JP" sz="1600" b="1" spc="215" dirty="0">
                <a:latin typeface="メイリオ" panose="020B0604030504040204" pitchFamily="50" charset="-128"/>
                <a:ea typeface="メイリオ" panose="020B0604030504040204" pitchFamily="50" charset="-128"/>
                <a:cs typeface="Noto Sans JP Bold"/>
                <a:sym typeface="Noto Sans JP Bold"/>
              </a:rPr>
              <a:t>Cookie</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を奪える</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marL="180975" indent="-180975">
              <a:lnSpc>
                <a:spcPts val="3000"/>
              </a:lnSpc>
              <a:buFont typeface="Wingdings" panose="05000000000000000000" pitchFamily="2" charset="2"/>
              <a:buChar char="q"/>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制限時間内の所持</a:t>
            </a:r>
            <a:r>
              <a:rPr lang="en-US" altLang="ja-JP" sz="1600" b="1" spc="215" dirty="0">
                <a:latin typeface="メイリオ" panose="020B0604030504040204" pitchFamily="50" charset="-128"/>
                <a:ea typeface="メイリオ" panose="020B0604030504040204" pitchFamily="50" charset="-128"/>
                <a:cs typeface="Noto Sans JP Bold"/>
                <a:sym typeface="Noto Sans JP Bold"/>
              </a:rPr>
              <a:t>Cookie</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の</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a:lnSpc>
                <a:spcPts val="3000"/>
              </a:lnSpc>
            </a:pPr>
            <a:r>
              <a:rPr lang="en-US" altLang="ja-JP" sz="1600" b="1" spc="215" dirty="0">
                <a:latin typeface="メイリオ" panose="020B0604030504040204" pitchFamily="50" charset="-128"/>
                <a:ea typeface="メイリオ" panose="020B0604030504040204" pitchFamily="50" charset="-128"/>
                <a:cs typeface="Noto Sans JP Bold"/>
                <a:sym typeface="Noto Sans JP Bold"/>
              </a:rPr>
              <a:t>  </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ポイント合計で勝敗が決まる</a:t>
            </a:r>
            <a:endParaRPr lang="en-US" altLang="ja-JP" sz="1600" b="1" spc="215" dirty="0">
              <a:latin typeface="メイリオ" panose="020B0604030504040204" pitchFamily="50" charset="-128"/>
              <a:ea typeface="メイリオ" panose="020B0604030504040204" pitchFamily="50" charset="-128"/>
              <a:cs typeface="Noto Sans JP Bold"/>
              <a:sym typeface="Noto Sans JP Bold"/>
            </a:endParaRPr>
          </a:p>
          <a:p>
            <a:pPr marL="180975" indent="-180975">
              <a:lnSpc>
                <a:spcPts val="3500"/>
              </a:lnSpc>
              <a:buFont typeface="Wingdings" panose="05000000000000000000" pitchFamily="2" charset="2"/>
              <a:buChar char="q"/>
            </a:pP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ゲーム後、</a:t>
            </a:r>
            <a:r>
              <a:rPr lang="en-US" altLang="ja-JP" sz="1600" b="1" spc="215" dirty="0">
                <a:latin typeface="メイリオ" panose="020B0604030504040204" pitchFamily="50" charset="-128"/>
                <a:ea typeface="メイリオ" panose="020B0604030504040204" pitchFamily="50" charset="-128"/>
                <a:cs typeface="Noto Sans JP Bold"/>
                <a:sym typeface="Noto Sans JP Bold"/>
              </a:rPr>
              <a:t>F12</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で</a:t>
            </a:r>
            <a:r>
              <a:rPr lang="ja-JP" altLang="en-US"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本物の</a:t>
            </a:r>
            <a:r>
              <a:rPr lang="en-US" altLang="ja-JP" sz="1600" b="1" spc="215" dirty="0">
                <a:solidFill>
                  <a:schemeClr val="tx1">
                    <a:lumMod val="65000"/>
                    <a:lumOff val="35000"/>
                  </a:schemeClr>
                </a:solidFill>
                <a:latin typeface="メイリオ" panose="020B0604030504040204" pitchFamily="50" charset="-128"/>
                <a:ea typeface="メイリオ" panose="020B0604030504040204" pitchFamily="50" charset="-128"/>
                <a:cs typeface="Noto Sans JP Bold"/>
                <a:sym typeface="Noto Sans JP Bold"/>
              </a:rPr>
              <a:t>Cookie</a:t>
            </a:r>
            <a:r>
              <a:rPr lang="ja-JP" altLang="en-US" sz="1600" b="1" spc="215" dirty="0">
                <a:latin typeface="メイリオ" panose="020B0604030504040204" pitchFamily="50" charset="-128"/>
                <a:ea typeface="メイリオ" panose="020B0604030504040204" pitchFamily="50" charset="-128"/>
                <a:cs typeface="Noto Sans JP Bold"/>
                <a:sym typeface="Noto Sans JP Bold"/>
              </a:rPr>
              <a:t>を確認できる</a:t>
            </a:r>
          </a:p>
        </p:txBody>
      </p:sp>
    </p:spTree>
    <p:extLst>
      <p:ext uri="{BB962C8B-B14F-4D97-AF65-F5344CB8AC3E}">
        <p14:creationId xmlns:p14="http://schemas.microsoft.com/office/powerpoint/2010/main" val="696876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B8F5D-EDC6-81CC-3CFB-214D19C1EE90}"/>
            </a:ext>
          </a:extLst>
        </p:cNvPr>
        <p:cNvGrpSpPr/>
        <p:nvPr/>
      </p:nvGrpSpPr>
      <p:grpSpPr>
        <a:xfrm>
          <a:off x="0" y="0"/>
          <a:ext cx="0" cy="0"/>
          <a:chOff x="0" y="0"/>
          <a:chExt cx="0" cy="0"/>
        </a:xfrm>
      </p:grpSpPr>
      <p:sp>
        <p:nvSpPr>
          <p:cNvPr id="58" name="AutoShape 2">
            <a:extLst>
              <a:ext uri="{FF2B5EF4-FFF2-40B4-BE49-F238E27FC236}">
                <a16:creationId xmlns:a16="http://schemas.microsoft.com/office/drawing/2014/main" id="{0F4E9CAE-9B8F-9E09-389B-5C3F7F264360}"/>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59" name="AutoShape 3">
            <a:extLst>
              <a:ext uri="{FF2B5EF4-FFF2-40B4-BE49-F238E27FC236}">
                <a16:creationId xmlns:a16="http://schemas.microsoft.com/office/drawing/2014/main" id="{F140EA5E-E434-C9B6-8779-B6E0D663C100}"/>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60" name="Group 4">
            <a:extLst>
              <a:ext uri="{FF2B5EF4-FFF2-40B4-BE49-F238E27FC236}">
                <a16:creationId xmlns:a16="http://schemas.microsoft.com/office/drawing/2014/main" id="{D8472548-A9EB-8636-A57A-ADA46CF411A5}"/>
              </a:ext>
            </a:extLst>
          </p:cNvPr>
          <p:cNvGrpSpPr/>
          <p:nvPr/>
        </p:nvGrpSpPr>
        <p:grpSpPr>
          <a:xfrm>
            <a:off x="347001" y="411790"/>
            <a:ext cx="591239" cy="89687"/>
            <a:chOff x="0" y="0"/>
            <a:chExt cx="233576" cy="35432"/>
          </a:xfrm>
        </p:grpSpPr>
        <p:sp>
          <p:nvSpPr>
            <p:cNvPr id="61" name="Freeform 5">
              <a:extLst>
                <a:ext uri="{FF2B5EF4-FFF2-40B4-BE49-F238E27FC236}">
                  <a16:creationId xmlns:a16="http://schemas.microsoft.com/office/drawing/2014/main" id="{44B3BE75-AF18-C732-7279-A24AC33C89B5}"/>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2" name="TextBox 6">
              <a:extLst>
                <a:ext uri="{FF2B5EF4-FFF2-40B4-BE49-F238E27FC236}">
                  <a16:creationId xmlns:a16="http://schemas.microsoft.com/office/drawing/2014/main" id="{9AE855C0-9CF1-7454-72E5-398032F23DC6}"/>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63" name="TextBox 13">
            <a:extLst>
              <a:ext uri="{FF2B5EF4-FFF2-40B4-BE49-F238E27FC236}">
                <a16:creationId xmlns:a16="http://schemas.microsoft.com/office/drawing/2014/main" id="{693C7608-5782-4471-AC83-C1A0D5071D11}"/>
              </a:ext>
            </a:extLst>
          </p:cNvPr>
          <p:cNvSpPr txBox="1"/>
          <p:nvPr/>
        </p:nvSpPr>
        <p:spPr>
          <a:xfrm>
            <a:off x="1147975" y="295790"/>
            <a:ext cx="10697019" cy="617477"/>
          </a:xfrm>
          <a:prstGeom prst="rect">
            <a:avLst/>
          </a:prstGeom>
        </p:spPr>
        <p:txBody>
          <a:bodyPr wrap="square" lIns="0" tIns="0" rIns="0" bIns="0" rtlCol="0" anchor="t">
            <a:spAutoFit/>
          </a:bodyPr>
          <a:lstStyle/>
          <a:p>
            <a:pPr>
              <a:lnSpc>
                <a:spcPts val="4546"/>
              </a:lnSpc>
            </a:pP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システム構成</a:t>
            </a:r>
            <a:endParaRPr lang="en-US" altLang="ja-JP" sz="4800" b="1" spc="679" dirty="0">
              <a:solidFill>
                <a:schemeClr val="tx1">
                  <a:lumMod val="65000"/>
                  <a:lumOff val="35000"/>
                </a:schemeClr>
              </a:solidFill>
              <a:latin typeface="メイリオ" panose="020B0604030504040204" pitchFamily="50" charset="-128"/>
              <a:ea typeface="メイリオ" panose="020B0604030504040204" pitchFamily="50" charset="-128"/>
              <a:cs typeface="Noto Sans JP Medium"/>
              <a:sym typeface="Noto Sans JP Medium"/>
            </a:endParaRPr>
          </a:p>
        </p:txBody>
      </p:sp>
      <p:sp>
        <p:nvSpPr>
          <p:cNvPr id="6" name="Shape 5">
            <a:extLst>
              <a:ext uri="{FF2B5EF4-FFF2-40B4-BE49-F238E27FC236}">
                <a16:creationId xmlns:a16="http://schemas.microsoft.com/office/drawing/2014/main" id="{825CFAE4-7C59-5A97-FA53-627D709E5C02}"/>
              </a:ext>
            </a:extLst>
          </p:cNvPr>
          <p:cNvSpPr/>
          <p:nvPr/>
        </p:nvSpPr>
        <p:spPr>
          <a:xfrm>
            <a:off x="838200" y="1051397"/>
            <a:ext cx="5400000" cy="2359241"/>
          </a:xfrm>
          <a:prstGeom prst="rect">
            <a:avLst/>
          </a:prstGeom>
          <a:ln w="254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 name="Text 6">
            <a:extLst>
              <a:ext uri="{FF2B5EF4-FFF2-40B4-BE49-F238E27FC236}">
                <a16:creationId xmlns:a16="http://schemas.microsoft.com/office/drawing/2014/main" id="{EDD46994-ABC5-9F6B-DB90-662F9915539D}"/>
              </a:ext>
            </a:extLst>
          </p:cNvPr>
          <p:cNvSpPr/>
          <p:nvPr/>
        </p:nvSpPr>
        <p:spPr>
          <a:xfrm>
            <a:off x="938240" y="1205820"/>
            <a:ext cx="5400000" cy="185963"/>
          </a:xfrm>
          <a:prstGeom prst="rect">
            <a:avLst/>
          </a:prstGeom>
          <a:noFill/>
          <a:ln/>
        </p:spPr>
        <p:txBody>
          <a:bodyPr wrap="square" lIns="25400" tIns="25400" rIns="25400" bIns="25400" rtlCol="0" anchor="t">
            <a:normAutofit fontScale="85000" lnSpcReduction="20000"/>
          </a:bodyPr>
          <a:lstStyle/>
          <a:p>
            <a:pPr marL="0" indent="0" algn="l">
              <a:buNone/>
            </a:pPr>
            <a:r>
              <a:rPr lang="en-US" sz="1200" b="1" kern="0" spc="192" dirty="0">
                <a:solidFill>
                  <a:srgbClr val="53476B"/>
                </a:solidFill>
                <a:latin typeface="メイリオ" panose="020B0604030504040204" pitchFamily="50" charset="-128"/>
                <a:ea typeface="メイリオ" panose="020B0604030504040204" pitchFamily="50" charset="-128"/>
                <a:cs typeface="Arial" pitchFamily="34" charset="-120"/>
              </a:rPr>
              <a:t>▲ CLIENT</a:t>
            </a:r>
            <a:endParaRPr lang="en-US" sz="1200" dirty="0">
              <a:latin typeface="メイリオ" panose="020B0604030504040204" pitchFamily="50" charset="-128"/>
              <a:ea typeface="メイリオ" panose="020B0604030504040204" pitchFamily="50" charset="-128"/>
            </a:endParaRPr>
          </a:p>
        </p:txBody>
      </p:sp>
      <p:sp>
        <p:nvSpPr>
          <p:cNvPr id="8" name="Text 7">
            <a:extLst>
              <a:ext uri="{FF2B5EF4-FFF2-40B4-BE49-F238E27FC236}">
                <a16:creationId xmlns:a16="http://schemas.microsoft.com/office/drawing/2014/main" id="{0A3A9663-77B3-60F9-2A3A-72B1140E433B}"/>
              </a:ext>
            </a:extLst>
          </p:cNvPr>
          <p:cNvSpPr/>
          <p:nvPr/>
        </p:nvSpPr>
        <p:spPr>
          <a:xfrm>
            <a:off x="938240" y="1484546"/>
            <a:ext cx="3960000" cy="388336"/>
          </a:xfrm>
          <a:prstGeom prst="rect">
            <a:avLst/>
          </a:prstGeom>
          <a:noFill/>
          <a:ln/>
        </p:spPr>
        <p:txBody>
          <a:bodyPr wrap="square" lIns="25400" tIns="25400" rIns="25400" bIns="25400" rtlCol="0" anchor="t">
            <a:normAutofit lnSpcReduction="10000"/>
          </a:bodyPr>
          <a:lstStyle/>
          <a:p>
            <a:pPr marL="0" indent="0" algn="l">
              <a:buNone/>
            </a:pPr>
            <a:r>
              <a:rPr lang="en-US" sz="2250" b="1" kern="0" spc="135" dirty="0">
                <a:solidFill>
                  <a:srgbClr val="000000"/>
                </a:solidFill>
                <a:latin typeface="メイリオ" panose="020B0604030504040204" pitchFamily="50" charset="-128"/>
                <a:ea typeface="メイリオ" panose="020B0604030504040204" pitchFamily="50" charset="-128"/>
                <a:cs typeface="Arial" pitchFamily="34" charset="-120"/>
              </a:rPr>
              <a:t>Browser（Next.js）</a:t>
            </a:r>
            <a:endParaRPr lang="en-US" sz="2250" dirty="0">
              <a:latin typeface="メイリオ" panose="020B0604030504040204" pitchFamily="50" charset="-128"/>
              <a:ea typeface="メイリオ" panose="020B0604030504040204" pitchFamily="50" charset="-128"/>
            </a:endParaRPr>
          </a:p>
        </p:txBody>
      </p:sp>
      <p:sp>
        <p:nvSpPr>
          <p:cNvPr id="64" name="Text 8">
            <a:extLst>
              <a:ext uri="{FF2B5EF4-FFF2-40B4-BE49-F238E27FC236}">
                <a16:creationId xmlns:a16="http://schemas.microsoft.com/office/drawing/2014/main" id="{DDF6E031-E88B-B494-0E4A-F0DACBA2EF11}"/>
              </a:ext>
            </a:extLst>
          </p:cNvPr>
          <p:cNvSpPr/>
          <p:nvPr/>
        </p:nvSpPr>
        <p:spPr>
          <a:xfrm>
            <a:off x="981440" y="1938513"/>
            <a:ext cx="5400000" cy="516015"/>
          </a:xfrm>
          <a:prstGeom prst="rect">
            <a:avLst/>
          </a:prstGeom>
          <a:noFill/>
          <a:ln/>
        </p:spPr>
        <p:txBody>
          <a:bodyPr wrap="square" lIns="25400" tIns="25400" rIns="25400" bIns="25400" rtlCol="0" anchor="t">
            <a:normAutofit fontScale="77500" lnSpcReduction="20000"/>
          </a:bodyPr>
          <a:lstStyle/>
          <a:p>
            <a:pPr marL="0" indent="0" algn="l">
              <a:lnSpc>
                <a:spcPct val="155000"/>
              </a:lnSpc>
              <a:buNone/>
            </a:pPr>
            <a:r>
              <a:rPr lang="en-US" sz="1425" kern="0" spc="57" dirty="0">
                <a:solidFill>
                  <a:srgbClr val="6B6478"/>
                </a:solidFill>
                <a:latin typeface="メイリオ" panose="020B0604030504040204" pitchFamily="50" charset="-128"/>
                <a:ea typeface="メイリオ" panose="020B0604030504040204" pitchFamily="50" charset="-128"/>
                <a:cs typeface="Arial" pitchFamily="34" charset="-120"/>
              </a:rPr>
              <a:t>ロビー / ゲーム画面 / </a:t>
            </a: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結果画面</a:t>
            </a:r>
            <a:endParaRPr lang="en-US" sz="1425" kern="0" spc="57" dirty="0">
              <a:solidFill>
                <a:srgbClr val="6B6478"/>
              </a:solidFill>
              <a:latin typeface="メイリオ" panose="020B0604030504040204" pitchFamily="50" charset="-128"/>
              <a:ea typeface="メイリオ" panose="020B0604030504040204" pitchFamily="50" charset="-128"/>
              <a:cs typeface="Arial" pitchFamily="34" charset="-120"/>
            </a:endParaRPr>
          </a:p>
          <a:p>
            <a:pPr marL="0" indent="0" algn="l">
              <a:lnSpc>
                <a:spcPct val="155000"/>
              </a:lnSpc>
              <a:buNone/>
            </a:pP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Zustandでクライアント状態を管理、Framer</a:t>
            </a:r>
            <a:r>
              <a:rPr lang="en-US" sz="1425" kern="0" spc="57" dirty="0">
                <a:solidFill>
                  <a:srgbClr val="6B6478"/>
                </a:solidFill>
                <a:latin typeface="メイリオ" panose="020B0604030504040204" pitchFamily="50" charset="-128"/>
                <a:ea typeface="メイリオ" panose="020B0604030504040204" pitchFamily="50" charset="-128"/>
                <a:cs typeface="Arial" pitchFamily="34" charset="-120"/>
              </a:rPr>
              <a:t> </a:t>
            </a: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Motionで演出</a:t>
            </a:r>
            <a:endParaRPr lang="en-US" sz="1425" dirty="0">
              <a:latin typeface="メイリオ" panose="020B0604030504040204" pitchFamily="50" charset="-128"/>
              <a:ea typeface="メイリオ" panose="020B0604030504040204" pitchFamily="50" charset="-128"/>
            </a:endParaRPr>
          </a:p>
        </p:txBody>
      </p:sp>
      <p:sp>
        <p:nvSpPr>
          <p:cNvPr id="66" name="Shape 9">
            <a:extLst>
              <a:ext uri="{FF2B5EF4-FFF2-40B4-BE49-F238E27FC236}">
                <a16:creationId xmlns:a16="http://schemas.microsoft.com/office/drawing/2014/main" id="{AD1D33D7-D47E-B410-876F-51984096A7CB}"/>
              </a:ext>
            </a:extLst>
          </p:cNvPr>
          <p:cNvSpPr/>
          <p:nvPr/>
        </p:nvSpPr>
        <p:spPr>
          <a:xfrm>
            <a:off x="976652" y="2641367"/>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 name="Text 10">
            <a:extLst>
              <a:ext uri="{FF2B5EF4-FFF2-40B4-BE49-F238E27FC236}">
                <a16:creationId xmlns:a16="http://schemas.microsoft.com/office/drawing/2014/main" id="{1CC5553A-709A-7E1B-B7B7-61C089B5CD0C}"/>
              </a:ext>
            </a:extLst>
          </p:cNvPr>
          <p:cNvSpPr/>
          <p:nvPr/>
        </p:nvSpPr>
        <p:spPr>
          <a:xfrm>
            <a:off x="1084602" y="2692166"/>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Next.js 15</a:t>
            </a:r>
            <a:endParaRPr lang="en-US" sz="1125" dirty="0">
              <a:latin typeface="メイリオ" panose="020B0604030504040204" pitchFamily="50" charset="-128"/>
              <a:ea typeface="メイリオ" panose="020B0604030504040204" pitchFamily="50" charset="-128"/>
            </a:endParaRPr>
          </a:p>
        </p:txBody>
      </p:sp>
      <p:sp>
        <p:nvSpPr>
          <p:cNvPr id="68" name="Shape 11">
            <a:extLst>
              <a:ext uri="{FF2B5EF4-FFF2-40B4-BE49-F238E27FC236}">
                <a16:creationId xmlns:a16="http://schemas.microsoft.com/office/drawing/2014/main" id="{C0789D4D-C0EC-07B3-A1FE-B1ABA858F89D}"/>
              </a:ext>
            </a:extLst>
          </p:cNvPr>
          <p:cNvSpPr/>
          <p:nvPr/>
        </p:nvSpPr>
        <p:spPr>
          <a:xfrm>
            <a:off x="1930288" y="2640411"/>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9" name="Text 12">
            <a:extLst>
              <a:ext uri="{FF2B5EF4-FFF2-40B4-BE49-F238E27FC236}">
                <a16:creationId xmlns:a16="http://schemas.microsoft.com/office/drawing/2014/main" id="{47810E3B-694B-3FF6-872A-5C568DAD442F}"/>
              </a:ext>
            </a:extLst>
          </p:cNvPr>
          <p:cNvSpPr/>
          <p:nvPr/>
        </p:nvSpPr>
        <p:spPr>
          <a:xfrm>
            <a:off x="2086491" y="2691095"/>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React 19</a:t>
            </a:r>
            <a:endParaRPr lang="en-US" sz="1125" dirty="0">
              <a:latin typeface="メイリオ" panose="020B0604030504040204" pitchFamily="50" charset="-128"/>
              <a:ea typeface="メイリオ" panose="020B0604030504040204" pitchFamily="50" charset="-128"/>
            </a:endParaRPr>
          </a:p>
        </p:txBody>
      </p:sp>
      <p:sp>
        <p:nvSpPr>
          <p:cNvPr id="70" name="Shape 13">
            <a:extLst>
              <a:ext uri="{FF2B5EF4-FFF2-40B4-BE49-F238E27FC236}">
                <a16:creationId xmlns:a16="http://schemas.microsoft.com/office/drawing/2014/main" id="{2E3B0486-F682-2E0A-2DEC-816B42626A9B}"/>
              </a:ext>
            </a:extLst>
          </p:cNvPr>
          <p:cNvSpPr/>
          <p:nvPr/>
        </p:nvSpPr>
        <p:spPr>
          <a:xfrm>
            <a:off x="2880588" y="2641367"/>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1" name="Text 14">
            <a:extLst>
              <a:ext uri="{FF2B5EF4-FFF2-40B4-BE49-F238E27FC236}">
                <a16:creationId xmlns:a16="http://schemas.microsoft.com/office/drawing/2014/main" id="{D9DEDCDF-6D7C-3A61-1EFC-F0E8C827A397}"/>
              </a:ext>
            </a:extLst>
          </p:cNvPr>
          <p:cNvSpPr/>
          <p:nvPr/>
        </p:nvSpPr>
        <p:spPr>
          <a:xfrm>
            <a:off x="3040498" y="2691630"/>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Tailwind</a:t>
            </a:r>
            <a:endParaRPr lang="en-US" sz="1125" dirty="0">
              <a:latin typeface="メイリオ" panose="020B0604030504040204" pitchFamily="50" charset="-128"/>
              <a:ea typeface="メイリオ" panose="020B0604030504040204" pitchFamily="50" charset="-128"/>
            </a:endParaRPr>
          </a:p>
        </p:txBody>
      </p:sp>
      <p:sp>
        <p:nvSpPr>
          <p:cNvPr id="72" name="Shape 15">
            <a:extLst>
              <a:ext uri="{FF2B5EF4-FFF2-40B4-BE49-F238E27FC236}">
                <a16:creationId xmlns:a16="http://schemas.microsoft.com/office/drawing/2014/main" id="{EA547510-E929-0B84-F116-1A317CA2D0A6}"/>
              </a:ext>
            </a:extLst>
          </p:cNvPr>
          <p:cNvSpPr/>
          <p:nvPr/>
        </p:nvSpPr>
        <p:spPr>
          <a:xfrm>
            <a:off x="3832319" y="2640411"/>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3" name="Text 16">
            <a:extLst>
              <a:ext uri="{FF2B5EF4-FFF2-40B4-BE49-F238E27FC236}">
                <a16:creationId xmlns:a16="http://schemas.microsoft.com/office/drawing/2014/main" id="{F530B3A3-5264-FEDD-B55A-D7D917226510}"/>
              </a:ext>
            </a:extLst>
          </p:cNvPr>
          <p:cNvSpPr/>
          <p:nvPr/>
        </p:nvSpPr>
        <p:spPr>
          <a:xfrm>
            <a:off x="3993528" y="2691095"/>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Zustand</a:t>
            </a:r>
            <a:endParaRPr lang="en-US" sz="1125" dirty="0">
              <a:latin typeface="メイリオ" panose="020B0604030504040204" pitchFamily="50" charset="-128"/>
              <a:ea typeface="メイリオ" panose="020B0604030504040204" pitchFamily="50" charset="-128"/>
            </a:endParaRPr>
          </a:p>
        </p:txBody>
      </p:sp>
      <p:sp>
        <p:nvSpPr>
          <p:cNvPr id="74" name="Shape 17">
            <a:extLst>
              <a:ext uri="{FF2B5EF4-FFF2-40B4-BE49-F238E27FC236}">
                <a16:creationId xmlns:a16="http://schemas.microsoft.com/office/drawing/2014/main" id="{63F257B6-E3DA-541D-3659-D3C58CAA9F09}"/>
              </a:ext>
            </a:extLst>
          </p:cNvPr>
          <p:cNvSpPr/>
          <p:nvPr/>
        </p:nvSpPr>
        <p:spPr>
          <a:xfrm>
            <a:off x="981440" y="3001258"/>
            <a:ext cx="5040000" cy="14400"/>
          </a:xfrm>
          <a:prstGeom prst="rect">
            <a:avLst/>
          </a:prstGeom>
          <a:solidFill>
            <a:srgbClr val="A098B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Text 18">
            <a:extLst>
              <a:ext uri="{FF2B5EF4-FFF2-40B4-BE49-F238E27FC236}">
                <a16:creationId xmlns:a16="http://schemas.microsoft.com/office/drawing/2014/main" id="{D4DD8447-2138-163A-C5D4-C791BA95BADF}"/>
              </a:ext>
            </a:extLst>
          </p:cNvPr>
          <p:cNvSpPr/>
          <p:nvPr/>
        </p:nvSpPr>
        <p:spPr>
          <a:xfrm>
            <a:off x="981440" y="3145823"/>
            <a:ext cx="5400000" cy="196903"/>
          </a:xfrm>
          <a:prstGeom prst="rect">
            <a:avLst/>
          </a:prstGeom>
          <a:noFill/>
          <a:ln/>
        </p:spPr>
        <p:txBody>
          <a:bodyPr wrap="square" lIns="25400" tIns="25400" rIns="25400" bIns="25400" rtlCol="0" anchor="t">
            <a:normAutofit fontScale="92500" lnSpcReduction="10000"/>
          </a:bodyPr>
          <a:lstStyle/>
          <a:p>
            <a:r>
              <a:rPr lang="en-US" sz="1125" b="1" kern="0" spc="45" dirty="0">
                <a:solidFill>
                  <a:srgbClr val="53476B"/>
                </a:solidFill>
                <a:latin typeface="メイリオ" panose="020B0604030504040204" pitchFamily="50" charset="-128"/>
                <a:ea typeface="メイリオ" panose="020B0604030504040204" pitchFamily="50" charset="-128"/>
                <a:cs typeface="JetBrains Mono" pitchFamily="34" charset="-120"/>
              </a:rPr>
              <a:t>deploy → Render</a:t>
            </a:r>
            <a:endParaRPr lang="en-US" sz="1125" dirty="0">
              <a:latin typeface="メイリオ" panose="020B0604030504040204" pitchFamily="50" charset="-128"/>
              <a:ea typeface="メイリオ" panose="020B0604030504040204" pitchFamily="50" charset="-128"/>
            </a:endParaRPr>
          </a:p>
        </p:txBody>
      </p:sp>
      <p:sp>
        <p:nvSpPr>
          <p:cNvPr id="76" name="Shape 19">
            <a:extLst>
              <a:ext uri="{FF2B5EF4-FFF2-40B4-BE49-F238E27FC236}">
                <a16:creationId xmlns:a16="http://schemas.microsoft.com/office/drawing/2014/main" id="{930A10DF-ECD7-A660-5108-75B418F08E6F}"/>
              </a:ext>
            </a:extLst>
          </p:cNvPr>
          <p:cNvSpPr/>
          <p:nvPr/>
        </p:nvSpPr>
        <p:spPr>
          <a:xfrm>
            <a:off x="6388540" y="1045245"/>
            <a:ext cx="5400000" cy="2359241"/>
          </a:xfrm>
          <a:prstGeom prst="rect">
            <a:avLst/>
          </a:prstGeom>
          <a:ln w="254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7" name="Text 20">
            <a:extLst>
              <a:ext uri="{FF2B5EF4-FFF2-40B4-BE49-F238E27FC236}">
                <a16:creationId xmlns:a16="http://schemas.microsoft.com/office/drawing/2014/main" id="{A61B073B-787F-129A-9F8A-62CDFF999AB8}"/>
              </a:ext>
            </a:extLst>
          </p:cNvPr>
          <p:cNvSpPr/>
          <p:nvPr/>
        </p:nvSpPr>
        <p:spPr>
          <a:xfrm>
            <a:off x="6488581" y="1199668"/>
            <a:ext cx="5400000" cy="185963"/>
          </a:xfrm>
          <a:prstGeom prst="rect">
            <a:avLst/>
          </a:prstGeom>
          <a:noFill/>
          <a:ln/>
        </p:spPr>
        <p:txBody>
          <a:bodyPr wrap="square" lIns="25400" tIns="25400" rIns="25400" bIns="25400" rtlCol="0" anchor="t">
            <a:normAutofit fontScale="85000" lnSpcReduction="20000"/>
          </a:bodyPr>
          <a:lstStyle/>
          <a:p>
            <a:pPr marL="0" indent="0" algn="l">
              <a:buNone/>
            </a:pPr>
            <a:r>
              <a:rPr lang="en-US" sz="1200" b="1" kern="0" spc="192" dirty="0">
                <a:solidFill>
                  <a:srgbClr val="53476B"/>
                </a:solidFill>
                <a:latin typeface="メイリオ" panose="020B0604030504040204" pitchFamily="50" charset="-128"/>
                <a:ea typeface="メイリオ" panose="020B0604030504040204" pitchFamily="50" charset="-128"/>
                <a:cs typeface="Arial" pitchFamily="34" charset="-120"/>
              </a:rPr>
              <a:t>▲ API ROUTES</a:t>
            </a:r>
            <a:endParaRPr lang="en-US" sz="1200" dirty="0">
              <a:latin typeface="メイリオ" panose="020B0604030504040204" pitchFamily="50" charset="-128"/>
              <a:ea typeface="メイリオ" panose="020B0604030504040204" pitchFamily="50" charset="-128"/>
            </a:endParaRPr>
          </a:p>
        </p:txBody>
      </p:sp>
      <p:sp>
        <p:nvSpPr>
          <p:cNvPr id="78" name="Text 21">
            <a:extLst>
              <a:ext uri="{FF2B5EF4-FFF2-40B4-BE49-F238E27FC236}">
                <a16:creationId xmlns:a16="http://schemas.microsoft.com/office/drawing/2014/main" id="{4354CB6D-3F73-F828-CA6B-E4FD684313E3}"/>
              </a:ext>
            </a:extLst>
          </p:cNvPr>
          <p:cNvSpPr/>
          <p:nvPr/>
        </p:nvSpPr>
        <p:spPr>
          <a:xfrm>
            <a:off x="6488581" y="1478394"/>
            <a:ext cx="3960000" cy="388336"/>
          </a:xfrm>
          <a:prstGeom prst="rect">
            <a:avLst/>
          </a:prstGeom>
          <a:noFill/>
          <a:ln/>
        </p:spPr>
        <p:txBody>
          <a:bodyPr wrap="square" lIns="25400" tIns="25400" rIns="25400" bIns="25400" rtlCol="0" anchor="t">
            <a:normAutofit lnSpcReduction="10000"/>
          </a:bodyPr>
          <a:lstStyle/>
          <a:p>
            <a:pPr marL="0" indent="0" algn="l">
              <a:buNone/>
            </a:pPr>
            <a:r>
              <a:rPr lang="en-US" sz="2250" b="1" kern="0" spc="135" dirty="0">
                <a:solidFill>
                  <a:srgbClr val="000000"/>
                </a:solidFill>
                <a:latin typeface="メイリオ" panose="020B0604030504040204" pitchFamily="50" charset="-128"/>
                <a:ea typeface="メイリオ" panose="020B0604030504040204" pitchFamily="50" charset="-128"/>
                <a:cs typeface="Arial" pitchFamily="34" charset="-120"/>
              </a:rPr>
              <a:t>Cookie発行サーバ</a:t>
            </a:r>
            <a:endParaRPr lang="en-US" sz="2250" dirty="0">
              <a:latin typeface="メイリオ" panose="020B0604030504040204" pitchFamily="50" charset="-128"/>
              <a:ea typeface="メイリオ" panose="020B0604030504040204" pitchFamily="50" charset="-128"/>
            </a:endParaRPr>
          </a:p>
        </p:txBody>
      </p:sp>
      <p:sp>
        <p:nvSpPr>
          <p:cNvPr id="79" name="Text 22">
            <a:extLst>
              <a:ext uri="{FF2B5EF4-FFF2-40B4-BE49-F238E27FC236}">
                <a16:creationId xmlns:a16="http://schemas.microsoft.com/office/drawing/2014/main" id="{B2914AF9-67C6-AA73-B691-6632608CA543}"/>
              </a:ext>
            </a:extLst>
          </p:cNvPr>
          <p:cNvSpPr/>
          <p:nvPr/>
        </p:nvSpPr>
        <p:spPr>
          <a:xfrm>
            <a:off x="6526992" y="1859532"/>
            <a:ext cx="4005265" cy="516015"/>
          </a:xfrm>
          <a:prstGeom prst="rect">
            <a:avLst/>
          </a:prstGeom>
          <a:noFill/>
          <a:ln/>
        </p:spPr>
        <p:txBody>
          <a:bodyPr wrap="square" lIns="25400" tIns="25400" rIns="25400" bIns="25400" rtlCol="0" anchor="t">
            <a:normAutofit fontScale="77500" lnSpcReduction="20000"/>
          </a:bodyPr>
          <a:lstStyle/>
          <a:p>
            <a:pPr marL="0" indent="0" algn="l">
              <a:lnSpc>
                <a:spcPct val="155000"/>
              </a:lnSpc>
              <a:buNone/>
            </a:pPr>
            <a:r>
              <a:rPr lang="en-US" sz="1311" b="1" kern="0" spc="57" dirty="0">
                <a:solidFill>
                  <a:srgbClr val="53476B"/>
                </a:solidFill>
                <a:latin typeface="メイリオ" panose="020B0604030504040204" pitchFamily="50" charset="-128"/>
                <a:ea typeface="メイリオ" panose="020B0604030504040204" pitchFamily="50" charset="-128"/>
                <a:cs typeface="JetBrains Mono" pitchFamily="34" charset="-120"/>
              </a:rPr>
              <a:t>/api/sites/[id]</a:t>
            </a: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で</a:t>
            </a:r>
            <a:r>
              <a:rPr lang="en-US" sz="1311" kern="0" spc="57" dirty="0" err="1">
                <a:solidFill>
                  <a:srgbClr val="6B6478"/>
                </a:solidFill>
                <a:latin typeface="メイリオ" panose="020B0604030504040204" pitchFamily="50" charset="-128"/>
                <a:ea typeface="メイリオ" panose="020B0604030504040204" pitchFamily="50" charset="-128"/>
                <a:cs typeface="JetBrains Mono" pitchFamily="34" charset="-120"/>
              </a:rPr>
              <a:t>Set-Cookie</a:t>
            </a: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ヘッダを返す</a:t>
            </a:r>
            <a:r>
              <a:rPr lang="en-US" sz="1425" kern="0" spc="57" dirty="0">
                <a:solidFill>
                  <a:srgbClr val="6B6478"/>
                </a:solidFill>
                <a:latin typeface="メイリオ" panose="020B0604030504040204" pitchFamily="50" charset="-128"/>
                <a:ea typeface="メイリオ" panose="020B0604030504040204" pitchFamily="50" charset="-128"/>
                <a:cs typeface="Arial" pitchFamily="34" charset="-120"/>
              </a:rPr>
              <a:t> </a:t>
            </a:r>
          </a:p>
          <a:p>
            <a:pPr marL="0" indent="0" algn="l">
              <a:lnSpc>
                <a:spcPct val="155000"/>
              </a:lnSpc>
              <a:buNone/>
            </a:pP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本物のCookieがブラウザに保存される</a:t>
            </a:r>
            <a:endParaRPr lang="en-US" sz="1425" dirty="0">
              <a:latin typeface="メイリオ" panose="020B0604030504040204" pitchFamily="50" charset="-128"/>
              <a:ea typeface="メイリオ" panose="020B0604030504040204" pitchFamily="50" charset="-128"/>
            </a:endParaRPr>
          </a:p>
        </p:txBody>
      </p:sp>
      <p:sp>
        <p:nvSpPr>
          <p:cNvPr id="80" name="Shape 23">
            <a:extLst>
              <a:ext uri="{FF2B5EF4-FFF2-40B4-BE49-F238E27FC236}">
                <a16:creationId xmlns:a16="http://schemas.microsoft.com/office/drawing/2014/main" id="{F375BE5E-2442-E623-D026-83D7BE501DFE}"/>
              </a:ext>
            </a:extLst>
          </p:cNvPr>
          <p:cNvSpPr/>
          <p:nvPr/>
        </p:nvSpPr>
        <p:spPr>
          <a:xfrm>
            <a:off x="6526992" y="2635215"/>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81" name="Text 24">
            <a:extLst>
              <a:ext uri="{FF2B5EF4-FFF2-40B4-BE49-F238E27FC236}">
                <a16:creationId xmlns:a16="http://schemas.microsoft.com/office/drawing/2014/main" id="{4661F388-F00D-E5E4-13A2-BBDB6F15AA43}"/>
              </a:ext>
            </a:extLst>
          </p:cNvPr>
          <p:cNvSpPr/>
          <p:nvPr/>
        </p:nvSpPr>
        <p:spPr>
          <a:xfrm>
            <a:off x="6614184" y="2685724"/>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Next.js API</a:t>
            </a:r>
            <a:endParaRPr lang="en-US" sz="1125" dirty="0">
              <a:latin typeface="メイリオ" panose="020B0604030504040204" pitchFamily="50" charset="-128"/>
              <a:ea typeface="メイリオ" panose="020B0604030504040204" pitchFamily="50" charset="-128"/>
            </a:endParaRPr>
          </a:p>
        </p:txBody>
      </p:sp>
      <p:sp>
        <p:nvSpPr>
          <p:cNvPr id="82" name="Shape 25">
            <a:extLst>
              <a:ext uri="{FF2B5EF4-FFF2-40B4-BE49-F238E27FC236}">
                <a16:creationId xmlns:a16="http://schemas.microsoft.com/office/drawing/2014/main" id="{5779F4A1-68BE-DB3C-5BCC-4762B0EDB167}"/>
              </a:ext>
            </a:extLst>
          </p:cNvPr>
          <p:cNvSpPr/>
          <p:nvPr/>
        </p:nvSpPr>
        <p:spPr>
          <a:xfrm>
            <a:off x="7480848" y="2634884"/>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83" name="Text 26">
            <a:extLst>
              <a:ext uri="{FF2B5EF4-FFF2-40B4-BE49-F238E27FC236}">
                <a16:creationId xmlns:a16="http://schemas.microsoft.com/office/drawing/2014/main" id="{30A8A1E6-3A91-FB3C-E19D-A5F6CA31D49E}"/>
              </a:ext>
            </a:extLst>
          </p:cNvPr>
          <p:cNvSpPr/>
          <p:nvPr/>
        </p:nvSpPr>
        <p:spPr>
          <a:xfrm>
            <a:off x="7576805" y="2686828"/>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TypeScript</a:t>
            </a:r>
            <a:endParaRPr lang="en-US" sz="1125" dirty="0">
              <a:latin typeface="メイリオ" panose="020B0604030504040204" pitchFamily="50" charset="-128"/>
              <a:ea typeface="メイリオ" panose="020B0604030504040204" pitchFamily="50" charset="-128"/>
            </a:endParaRPr>
          </a:p>
        </p:txBody>
      </p:sp>
      <p:sp>
        <p:nvSpPr>
          <p:cNvPr id="84" name="Shape 27">
            <a:extLst>
              <a:ext uri="{FF2B5EF4-FFF2-40B4-BE49-F238E27FC236}">
                <a16:creationId xmlns:a16="http://schemas.microsoft.com/office/drawing/2014/main" id="{DBB88EF2-23AB-429A-849E-E7DDD8A103A2}"/>
              </a:ext>
            </a:extLst>
          </p:cNvPr>
          <p:cNvSpPr/>
          <p:nvPr/>
        </p:nvSpPr>
        <p:spPr>
          <a:xfrm>
            <a:off x="8428913" y="2634144"/>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85" name="Text 28">
            <a:extLst>
              <a:ext uri="{FF2B5EF4-FFF2-40B4-BE49-F238E27FC236}">
                <a16:creationId xmlns:a16="http://schemas.microsoft.com/office/drawing/2014/main" id="{DEBDADC5-3449-36E2-E5B0-5D70DAE9AE28}"/>
              </a:ext>
            </a:extLst>
          </p:cNvPr>
          <p:cNvSpPr/>
          <p:nvPr/>
        </p:nvSpPr>
        <p:spPr>
          <a:xfrm>
            <a:off x="8536863" y="2684943"/>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Set-Cookie</a:t>
            </a:r>
            <a:endParaRPr lang="en-US" sz="1125" dirty="0">
              <a:latin typeface="メイリオ" panose="020B0604030504040204" pitchFamily="50" charset="-128"/>
              <a:ea typeface="メイリオ" panose="020B0604030504040204" pitchFamily="50" charset="-128"/>
            </a:endParaRPr>
          </a:p>
        </p:txBody>
      </p:sp>
      <p:sp>
        <p:nvSpPr>
          <p:cNvPr id="86" name="Shape 29">
            <a:extLst>
              <a:ext uri="{FF2B5EF4-FFF2-40B4-BE49-F238E27FC236}">
                <a16:creationId xmlns:a16="http://schemas.microsoft.com/office/drawing/2014/main" id="{E706B155-96D6-C264-52A0-CE243BC276F6}"/>
              </a:ext>
            </a:extLst>
          </p:cNvPr>
          <p:cNvSpPr/>
          <p:nvPr/>
        </p:nvSpPr>
        <p:spPr>
          <a:xfrm>
            <a:off x="6531781" y="2995106"/>
            <a:ext cx="5040000" cy="14400"/>
          </a:xfrm>
          <a:prstGeom prst="rect">
            <a:avLst/>
          </a:prstGeom>
          <a:solidFill>
            <a:srgbClr val="A098B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87" name="Text 30">
            <a:extLst>
              <a:ext uri="{FF2B5EF4-FFF2-40B4-BE49-F238E27FC236}">
                <a16:creationId xmlns:a16="http://schemas.microsoft.com/office/drawing/2014/main" id="{FD056D69-558C-B4B6-D802-4A0A3C571BE6}"/>
              </a:ext>
            </a:extLst>
          </p:cNvPr>
          <p:cNvSpPr/>
          <p:nvPr/>
        </p:nvSpPr>
        <p:spPr>
          <a:xfrm>
            <a:off x="6531781" y="3139671"/>
            <a:ext cx="5400000" cy="196903"/>
          </a:xfrm>
          <a:prstGeom prst="rect">
            <a:avLst/>
          </a:prstGeom>
          <a:noFill/>
          <a:ln/>
        </p:spPr>
        <p:txBody>
          <a:bodyPr wrap="square" lIns="25400" tIns="25400" rIns="25400" bIns="25400" rtlCol="0" anchor="t">
            <a:normAutofit fontScale="92500" lnSpcReduction="10000"/>
          </a:bodyPr>
          <a:lstStyle/>
          <a:p>
            <a:r>
              <a:rPr lang="en-US" sz="1125" b="1" kern="0" spc="45" dirty="0">
                <a:solidFill>
                  <a:srgbClr val="53476B"/>
                </a:solidFill>
                <a:latin typeface="メイリオ" panose="020B0604030504040204" pitchFamily="50" charset="-128"/>
                <a:ea typeface="メイリオ" panose="020B0604030504040204" pitchFamily="50" charset="-128"/>
                <a:cs typeface="JetBrains Mono" pitchFamily="34" charset="-120"/>
              </a:rPr>
              <a:t>deploy → Render</a:t>
            </a:r>
            <a:endParaRPr lang="en-US" sz="1125" dirty="0">
              <a:latin typeface="メイリオ" panose="020B0604030504040204" pitchFamily="50" charset="-128"/>
              <a:ea typeface="メイリオ" panose="020B0604030504040204" pitchFamily="50" charset="-128"/>
            </a:endParaRPr>
          </a:p>
        </p:txBody>
      </p:sp>
      <p:sp>
        <p:nvSpPr>
          <p:cNvPr id="88" name="Shape 31">
            <a:extLst>
              <a:ext uri="{FF2B5EF4-FFF2-40B4-BE49-F238E27FC236}">
                <a16:creationId xmlns:a16="http://schemas.microsoft.com/office/drawing/2014/main" id="{C0A24C1A-5B91-CC0C-DDD7-139A522EF104}"/>
              </a:ext>
            </a:extLst>
          </p:cNvPr>
          <p:cNvSpPr/>
          <p:nvPr/>
        </p:nvSpPr>
        <p:spPr>
          <a:xfrm>
            <a:off x="838200" y="3543200"/>
            <a:ext cx="5400000" cy="2359241"/>
          </a:xfrm>
          <a:prstGeom prst="rect">
            <a:avLst/>
          </a:prstGeom>
          <a:solidFill>
            <a:srgbClr val="E6E3EC"/>
          </a:solidFill>
          <a:ln w="25400">
            <a:solidFill>
              <a:srgbClr val="53476B"/>
            </a:solidFill>
            <a:prstDash val="solid"/>
          </a:ln>
        </p:spPr>
        <p:txBody>
          <a:bodyPr/>
          <a:lstStyle/>
          <a:p>
            <a:endParaRPr lang="ja-JP" altLang="en-US" dirty="0">
              <a:latin typeface="メイリオ" panose="020B0604030504040204" pitchFamily="50" charset="-128"/>
              <a:ea typeface="メイリオ" panose="020B0604030504040204" pitchFamily="50" charset="-128"/>
            </a:endParaRPr>
          </a:p>
        </p:txBody>
      </p:sp>
      <p:sp>
        <p:nvSpPr>
          <p:cNvPr id="89" name="Text 32">
            <a:extLst>
              <a:ext uri="{FF2B5EF4-FFF2-40B4-BE49-F238E27FC236}">
                <a16:creationId xmlns:a16="http://schemas.microsoft.com/office/drawing/2014/main" id="{1E501142-04C1-B7D6-4299-34A6F22A8195}"/>
              </a:ext>
            </a:extLst>
          </p:cNvPr>
          <p:cNvSpPr/>
          <p:nvPr/>
        </p:nvSpPr>
        <p:spPr>
          <a:xfrm>
            <a:off x="938240" y="3703773"/>
            <a:ext cx="5400000" cy="185963"/>
          </a:xfrm>
          <a:prstGeom prst="rect">
            <a:avLst/>
          </a:prstGeom>
          <a:noFill/>
          <a:ln/>
        </p:spPr>
        <p:txBody>
          <a:bodyPr wrap="square" lIns="25400" tIns="25400" rIns="25400" bIns="25400" rtlCol="0" anchor="t">
            <a:normAutofit fontScale="85000" lnSpcReduction="20000"/>
          </a:bodyPr>
          <a:lstStyle/>
          <a:p>
            <a:pPr marL="0" indent="0" algn="l">
              <a:buNone/>
            </a:pPr>
            <a:r>
              <a:rPr lang="en-US" sz="1200" b="1" kern="0" spc="192" dirty="0">
                <a:solidFill>
                  <a:srgbClr val="53476B"/>
                </a:solidFill>
                <a:latin typeface="メイリオ" panose="020B0604030504040204" pitchFamily="50" charset="-128"/>
                <a:ea typeface="メイリオ" panose="020B0604030504040204" pitchFamily="50" charset="-128"/>
                <a:cs typeface="Arial" pitchFamily="34" charset="-120"/>
              </a:rPr>
              <a:t>▲ REALTIME</a:t>
            </a:r>
            <a:endParaRPr lang="en-US" sz="1200" dirty="0">
              <a:latin typeface="メイリオ" panose="020B0604030504040204" pitchFamily="50" charset="-128"/>
              <a:ea typeface="メイリオ" panose="020B0604030504040204" pitchFamily="50" charset="-128"/>
            </a:endParaRPr>
          </a:p>
        </p:txBody>
      </p:sp>
      <p:sp>
        <p:nvSpPr>
          <p:cNvPr id="90" name="Text 33">
            <a:extLst>
              <a:ext uri="{FF2B5EF4-FFF2-40B4-BE49-F238E27FC236}">
                <a16:creationId xmlns:a16="http://schemas.microsoft.com/office/drawing/2014/main" id="{F82E4E0B-49CD-0962-417B-5FAD3BB0EAB3}"/>
              </a:ext>
            </a:extLst>
          </p:cNvPr>
          <p:cNvSpPr/>
          <p:nvPr/>
        </p:nvSpPr>
        <p:spPr>
          <a:xfrm>
            <a:off x="938240" y="3982498"/>
            <a:ext cx="3960000" cy="388336"/>
          </a:xfrm>
          <a:prstGeom prst="rect">
            <a:avLst/>
          </a:prstGeom>
          <a:noFill/>
          <a:ln/>
        </p:spPr>
        <p:txBody>
          <a:bodyPr wrap="square" lIns="25400" tIns="25400" rIns="25400" bIns="25400" rtlCol="0" anchor="t">
            <a:normAutofit lnSpcReduction="10000"/>
          </a:bodyPr>
          <a:lstStyle/>
          <a:p>
            <a:pPr marL="0" indent="0" algn="l">
              <a:buNone/>
            </a:pPr>
            <a:r>
              <a:rPr lang="en-US" sz="2250" b="1" kern="0" spc="135" dirty="0">
                <a:solidFill>
                  <a:srgbClr val="000000"/>
                </a:solidFill>
                <a:latin typeface="メイリオ" panose="020B0604030504040204" pitchFamily="50" charset="-128"/>
                <a:ea typeface="メイリオ" panose="020B0604030504040204" pitchFamily="50" charset="-128"/>
                <a:cs typeface="Arial" pitchFamily="34" charset="-120"/>
              </a:rPr>
              <a:t>Socket.IO サーバ</a:t>
            </a:r>
            <a:endParaRPr lang="en-US" sz="2250" dirty="0">
              <a:latin typeface="メイリオ" panose="020B0604030504040204" pitchFamily="50" charset="-128"/>
              <a:ea typeface="メイリオ" panose="020B0604030504040204" pitchFamily="50" charset="-128"/>
            </a:endParaRPr>
          </a:p>
        </p:txBody>
      </p:sp>
      <p:sp>
        <p:nvSpPr>
          <p:cNvPr id="91" name="Text 34">
            <a:extLst>
              <a:ext uri="{FF2B5EF4-FFF2-40B4-BE49-F238E27FC236}">
                <a16:creationId xmlns:a16="http://schemas.microsoft.com/office/drawing/2014/main" id="{47753C5D-36B2-752C-FA92-19B2CC537489}"/>
              </a:ext>
            </a:extLst>
          </p:cNvPr>
          <p:cNvSpPr/>
          <p:nvPr/>
        </p:nvSpPr>
        <p:spPr>
          <a:xfrm>
            <a:off x="981440" y="4436466"/>
            <a:ext cx="5400000" cy="516015"/>
          </a:xfrm>
          <a:prstGeom prst="rect">
            <a:avLst/>
          </a:prstGeom>
          <a:noFill/>
          <a:ln/>
        </p:spPr>
        <p:txBody>
          <a:bodyPr wrap="square" lIns="25400" tIns="25400" rIns="25400" bIns="25400" rtlCol="0" anchor="t">
            <a:normAutofit fontScale="77500" lnSpcReduction="20000"/>
          </a:bodyPr>
          <a:lstStyle/>
          <a:p>
            <a:pPr marL="0" indent="0" algn="l">
              <a:lnSpc>
                <a:spcPct val="155000"/>
              </a:lnSpc>
              <a:buNone/>
            </a:pPr>
            <a:r>
              <a:rPr lang="en-US" sz="1425" kern="0" spc="57" dirty="0">
                <a:solidFill>
                  <a:srgbClr val="6B6478"/>
                </a:solidFill>
                <a:latin typeface="メイリオ" panose="020B0604030504040204" pitchFamily="50" charset="-128"/>
                <a:ea typeface="メイリオ" panose="020B0604030504040204" pitchFamily="50" charset="-128"/>
                <a:cs typeface="Arial" pitchFamily="34" charset="-120"/>
              </a:rPr>
              <a:t>ルーム管理 / ゲーム状態をサーバー権威で保持 / </a:t>
            </a: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全クライアントに</a:t>
            </a:r>
            <a:endParaRPr lang="en-US" sz="1425" kern="0" spc="57" dirty="0">
              <a:solidFill>
                <a:srgbClr val="6B6478"/>
              </a:solidFill>
              <a:latin typeface="メイリオ" panose="020B0604030504040204" pitchFamily="50" charset="-128"/>
              <a:ea typeface="メイリオ" panose="020B0604030504040204" pitchFamily="50" charset="-128"/>
              <a:cs typeface="Arial" pitchFamily="34" charset="-120"/>
            </a:endParaRPr>
          </a:p>
          <a:p>
            <a:pPr marL="0" indent="0" algn="l">
              <a:lnSpc>
                <a:spcPct val="155000"/>
              </a:lnSpc>
              <a:buNone/>
            </a:pPr>
            <a:r>
              <a:rPr lang="en-US" sz="1311" kern="0" spc="57" dirty="0" err="1">
                <a:solidFill>
                  <a:srgbClr val="6B6478"/>
                </a:solidFill>
                <a:latin typeface="メイリオ" panose="020B0604030504040204" pitchFamily="50" charset="-128"/>
                <a:ea typeface="メイリオ" panose="020B0604030504040204" pitchFamily="50" charset="-128"/>
                <a:cs typeface="JetBrains Mono" pitchFamily="34" charset="-120"/>
              </a:rPr>
              <a:t>state-update</a:t>
            </a: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をブロードキャスト</a:t>
            </a:r>
            <a:endParaRPr lang="en-US" sz="1425" dirty="0">
              <a:latin typeface="メイリオ" panose="020B0604030504040204" pitchFamily="50" charset="-128"/>
              <a:ea typeface="メイリオ" panose="020B0604030504040204" pitchFamily="50" charset="-128"/>
            </a:endParaRPr>
          </a:p>
        </p:txBody>
      </p:sp>
      <p:sp>
        <p:nvSpPr>
          <p:cNvPr id="92" name="Shape 35">
            <a:extLst>
              <a:ext uri="{FF2B5EF4-FFF2-40B4-BE49-F238E27FC236}">
                <a16:creationId xmlns:a16="http://schemas.microsoft.com/office/drawing/2014/main" id="{C8D5D7EC-05DE-E578-77F1-22CBB349203D}"/>
              </a:ext>
            </a:extLst>
          </p:cNvPr>
          <p:cNvSpPr/>
          <p:nvPr/>
        </p:nvSpPr>
        <p:spPr>
          <a:xfrm>
            <a:off x="976651" y="5139319"/>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93" name="Text 36">
            <a:extLst>
              <a:ext uri="{FF2B5EF4-FFF2-40B4-BE49-F238E27FC236}">
                <a16:creationId xmlns:a16="http://schemas.microsoft.com/office/drawing/2014/main" id="{39D56824-C810-E475-8397-FCD2B2F3ED6E}"/>
              </a:ext>
            </a:extLst>
          </p:cNvPr>
          <p:cNvSpPr/>
          <p:nvPr/>
        </p:nvSpPr>
        <p:spPr>
          <a:xfrm>
            <a:off x="1175198" y="5202280"/>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Node.js</a:t>
            </a:r>
            <a:endParaRPr lang="en-US" sz="1125" dirty="0">
              <a:latin typeface="メイリオ" panose="020B0604030504040204" pitchFamily="50" charset="-128"/>
              <a:ea typeface="メイリオ" panose="020B0604030504040204" pitchFamily="50" charset="-128"/>
            </a:endParaRPr>
          </a:p>
        </p:txBody>
      </p:sp>
      <p:sp>
        <p:nvSpPr>
          <p:cNvPr id="94" name="Shape 37">
            <a:extLst>
              <a:ext uri="{FF2B5EF4-FFF2-40B4-BE49-F238E27FC236}">
                <a16:creationId xmlns:a16="http://schemas.microsoft.com/office/drawing/2014/main" id="{0CD76328-618F-BDBD-CC79-A0578625F048}"/>
              </a:ext>
            </a:extLst>
          </p:cNvPr>
          <p:cNvSpPr/>
          <p:nvPr/>
        </p:nvSpPr>
        <p:spPr>
          <a:xfrm>
            <a:off x="1918399" y="5139319"/>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95" name="Text 38">
            <a:extLst>
              <a:ext uri="{FF2B5EF4-FFF2-40B4-BE49-F238E27FC236}">
                <a16:creationId xmlns:a16="http://schemas.microsoft.com/office/drawing/2014/main" id="{9D4229B3-B7D5-353D-E196-C4C5706FBDC1}"/>
              </a:ext>
            </a:extLst>
          </p:cNvPr>
          <p:cNvSpPr/>
          <p:nvPr/>
        </p:nvSpPr>
        <p:spPr>
          <a:xfrm>
            <a:off x="2015102" y="5202280"/>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Socket.IO</a:t>
            </a:r>
            <a:endParaRPr lang="en-US" sz="1125" dirty="0">
              <a:latin typeface="メイリオ" panose="020B0604030504040204" pitchFamily="50" charset="-128"/>
              <a:ea typeface="メイリオ" panose="020B0604030504040204" pitchFamily="50" charset="-128"/>
            </a:endParaRPr>
          </a:p>
        </p:txBody>
      </p:sp>
      <p:sp>
        <p:nvSpPr>
          <p:cNvPr id="96" name="Shape 39">
            <a:extLst>
              <a:ext uri="{FF2B5EF4-FFF2-40B4-BE49-F238E27FC236}">
                <a16:creationId xmlns:a16="http://schemas.microsoft.com/office/drawing/2014/main" id="{E475A268-BCBA-19F5-26B9-688C6D48F101}"/>
              </a:ext>
            </a:extLst>
          </p:cNvPr>
          <p:cNvSpPr/>
          <p:nvPr/>
        </p:nvSpPr>
        <p:spPr>
          <a:xfrm>
            <a:off x="981440" y="5499211"/>
            <a:ext cx="5040000" cy="14400"/>
          </a:xfrm>
          <a:prstGeom prst="rect">
            <a:avLst/>
          </a:prstGeom>
          <a:solidFill>
            <a:srgbClr val="A098B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97" name="Text 40">
            <a:extLst>
              <a:ext uri="{FF2B5EF4-FFF2-40B4-BE49-F238E27FC236}">
                <a16:creationId xmlns:a16="http://schemas.microsoft.com/office/drawing/2014/main" id="{6E75F36A-A681-EF67-0896-5579CB712FD7}"/>
              </a:ext>
            </a:extLst>
          </p:cNvPr>
          <p:cNvSpPr/>
          <p:nvPr/>
        </p:nvSpPr>
        <p:spPr>
          <a:xfrm>
            <a:off x="981440" y="5643776"/>
            <a:ext cx="5400000" cy="196903"/>
          </a:xfrm>
          <a:prstGeom prst="rect">
            <a:avLst/>
          </a:prstGeom>
          <a:noFill/>
          <a:ln/>
        </p:spPr>
        <p:txBody>
          <a:bodyPr wrap="square" lIns="25400" tIns="25400" rIns="25400" bIns="25400" rtlCol="0" anchor="t">
            <a:normAutofit fontScale="92500" lnSpcReduction="10000"/>
          </a:bodyPr>
          <a:lstStyle/>
          <a:p>
            <a:r>
              <a:rPr lang="en-US" sz="1125" b="1" kern="0" spc="45" dirty="0">
                <a:solidFill>
                  <a:srgbClr val="53476B"/>
                </a:solidFill>
                <a:latin typeface="メイリオ" panose="020B0604030504040204" pitchFamily="50" charset="-128"/>
                <a:ea typeface="メイリオ" panose="020B0604030504040204" pitchFamily="50" charset="-128"/>
                <a:cs typeface="JetBrains Mono" pitchFamily="34" charset="-120"/>
              </a:rPr>
              <a:t>deploy → Render</a:t>
            </a:r>
            <a:endParaRPr lang="en-US" sz="1125" dirty="0">
              <a:latin typeface="メイリオ" panose="020B0604030504040204" pitchFamily="50" charset="-128"/>
              <a:ea typeface="メイリオ" panose="020B0604030504040204" pitchFamily="50" charset="-128"/>
            </a:endParaRPr>
          </a:p>
        </p:txBody>
      </p:sp>
      <p:sp>
        <p:nvSpPr>
          <p:cNvPr id="98" name="Shape 41">
            <a:extLst>
              <a:ext uri="{FF2B5EF4-FFF2-40B4-BE49-F238E27FC236}">
                <a16:creationId xmlns:a16="http://schemas.microsoft.com/office/drawing/2014/main" id="{9E70176F-C195-BF0C-CE94-9A8803927CD1}"/>
              </a:ext>
            </a:extLst>
          </p:cNvPr>
          <p:cNvSpPr/>
          <p:nvPr/>
        </p:nvSpPr>
        <p:spPr>
          <a:xfrm>
            <a:off x="6388540" y="3543200"/>
            <a:ext cx="5400000" cy="2359241"/>
          </a:xfrm>
          <a:prstGeom prst="rect">
            <a:avLst/>
          </a:prstGeom>
          <a:ln w="254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99" name="Text 42">
            <a:extLst>
              <a:ext uri="{FF2B5EF4-FFF2-40B4-BE49-F238E27FC236}">
                <a16:creationId xmlns:a16="http://schemas.microsoft.com/office/drawing/2014/main" id="{23E32016-9BED-7921-E00A-CBB1FEF42E5E}"/>
              </a:ext>
            </a:extLst>
          </p:cNvPr>
          <p:cNvSpPr/>
          <p:nvPr/>
        </p:nvSpPr>
        <p:spPr>
          <a:xfrm>
            <a:off x="6488581" y="3697622"/>
            <a:ext cx="5400000" cy="185963"/>
          </a:xfrm>
          <a:prstGeom prst="rect">
            <a:avLst/>
          </a:prstGeom>
          <a:noFill/>
          <a:ln/>
        </p:spPr>
        <p:txBody>
          <a:bodyPr wrap="square" lIns="25400" tIns="25400" rIns="25400" bIns="25400" rtlCol="0" anchor="t">
            <a:normAutofit fontScale="85000" lnSpcReduction="20000"/>
          </a:bodyPr>
          <a:lstStyle/>
          <a:p>
            <a:pPr marL="0" indent="0" algn="l">
              <a:buNone/>
            </a:pPr>
            <a:r>
              <a:rPr lang="en-US" sz="1200" b="1" kern="0" spc="192" dirty="0">
                <a:solidFill>
                  <a:srgbClr val="53476B"/>
                </a:solidFill>
                <a:latin typeface="メイリオ" panose="020B0604030504040204" pitchFamily="50" charset="-128"/>
                <a:ea typeface="メイリオ" panose="020B0604030504040204" pitchFamily="50" charset="-128"/>
                <a:cs typeface="Arial" pitchFamily="34" charset="-120"/>
              </a:rPr>
              <a:t>▲ STATIC DATA</a:t>
            </a:r>
            <a:endParaRPr lang="en-US" sz="1200" dirty="0">
              <a:latin typeface="メイリオ" panose="020B0604030504040204" pitchFamily="50" charset="-128"/>
              <a:ea typeface="メイリオ" panose="020B0604030504040204" pitchFamily="50" charset="-128"/>
            </a:endParaRPr>
          </a:p>
        </p:txBody>
      </p:sp>
      <p:sp>
        <p:nvSpPr>
          <p:cNvPr id="100" name="Text 43">
            <a:extLst>
              <a:ext uri="{FF2B5EF4-FFF2-40B4-BE49-F238E27FC236}">
                <a16:creationId xmlns:a16="http://schemas.microsoft.com/office/drawing/2014/main" id="{A448AD5E-2E2B-8C90-4BD9-BD2AA323F26A}"/>
              </a:ext>
            </a:extLst>
          </p:cNvPr>
          <p:cNvSpPr/>
          <p:nvPr/>
        </p:nvSpPr>
        <p:spPr>
          <a:xfrm>
            <a:off x="6488581" y="3976347"/>
            <a:ext cx="3960000" cy="388336"/>
          </a:xfrm>
          <a:prstGeom prst="rect">
            <a:avLst/>
          </a:prstGeom>
          <a:noFill/>
          <a:ln/>
        </p:spPr>
        <p:txBody>
          <a:bodyPr wrap="square" lIns="25400" tIns="25400" rIns="25400" bIns="25400" rtlCol="0" anchor="t">
            <a:normAutofit lnSpcReduction="10000"/>
          </a:bodyPr>
          <a:lstStyle/>
          <a:p>
            <a:pPr marL="0" indent="0" algn="l">
              <a:buNone/>
            </a:pPr>
            <a:r>
              <a:rPr lang="en-US" sz="2250" b="1" kern="0" spc="135" dirty="0">
                <a:solidFill>
                  <a:srgbClr val="000000"/>
                </a:solidFill>
                <a:latin typeface="メイリオ" panose="020B0604030504040204" pitchFamily="50" charset="-128"/>
                <a:ea typeface="メイリオ" panose="020B0604030504040204" pitchFamily="50" charset="-128"/>
                <a:cs typeface="Arial" pitchFamily="34" charset="-120"/>
              </a:rPr>
              <a:t>サイト/Cookie定義</a:t>
            </a:r>
            <a:endParaRPr lang="en-US" sz="2250" dirty="0">
              <a:latin typeface="メイリオ" panose="020B0604030504040204" pitchFamily="50" charset="-128"/>
              <a:ea typeface="メイリオ" panose="020B0604030504040204" pitchFamily="50" charset="-128"/>
            </a:endParaRPr>
          </a:p>
        </p:txBody>
      </p:sp>
      <p:sp>
        <p:nvSpPr>
          <p:cNvPr id="101" name="Text 44">
            <a:extLst>
              <a:ext uri="{FF2B5EF4-FFF2-40B4-BE49-F238E27FC236}">
                <a16:creationId xmlns:a16="http://schemas.microsoft.com/office/drawing/2014/main" id="{759CE68A-2EED-06E1-02B5-224478743F53}"/>
              </a:ext>
            </a:extLst>
          </p:cNvPr>
          <p:cNvSpPr/>
          <p:nvPr/>
        </p:nvSpPr>
        <p:spPr>
          <a:xfrm>
            <a:off x="6526992" y="4393834"/>
            <a:ext cx="5400000" cy="516015"/>
          </a:xfrm>
          <a:prstGeom prst="rect">
            <a:avLst/>
          </a:prstGeom>
          <a:noFill/>
          <a:ln/>
        </p:spPr>
        <p:txBody>
          <a:bodyPr wrap="square" lIns="25400" tIns="25400" rIns="25400" bIns="25400" rtlCol="0" anchor="t">
            <a:normAutofit fontScale="77500" lnSpcReduction="20000"/>
          </a:bodyPr>
          <a:lstStyle/>
          <a:p>
            <a:pPr marL="0" indent="0" algn="l">
              <a:lnSpc>
                <a:spcPct val="155000"/>
              </a:lnSpc>
              <a:buNone/>
            </a:pPr>
            <a:r>
              <a:rPr lang="en-US" sz="1425" kern="0" spc="57" dirty="0">
                <a:solidFill>
                  <a:srgbClr val="6B6478"/>
                </a:solidFill>
                <a:latin typeface="メイリオ" panose="020B0604030504040204" pitchFamily="50" charset="-128"/>
                <a:ea typeface="メイリオ" panose="020B0604030504040204" pitchFamily="50" charset="-128"/>
                <a:cs typeface="Arial" pitchFamily="34" charset="-120"/>
              </a:rPr>
              <a:t>42個のサイトをTypeScriptの配列で定義 </a:t>
            </a:r>
          </a:p>
          <a:p>
            <a:pPr marL="0" indent="0" algn="l">
              <a:lnSpc>
                <a:spcPct val="155000"/>
              </a:lnSpc>
              <a:buNone/>
            </a:pPr>
            <a:r>
              <a:rPr lang="en-US" sz="1425" kern="0" spc="57" dirty="0" err="1">
                <a:solidFill>
                  <a:srgbClr val="6B6478"/>
                </a:solidFill>
                <a:latin typeface="メイリオ" panose="020B0604030504040204" pitchFamily="50" charset="-128"/>
                <a:ea typeface="メイリオ" panose="020B0604030504040204" pitchFamily="50" charset="-128"/>
                <a:cs typeface="Arial" pitchFamily="34" charset="-120"/>
              </a:rPr>
              <a:t>レア度・カテゴリ・属性をまとめて管理</a:t>
            </a:r>
            <a:endParaRPr lang="en-US" sz="1425" dirty="0">
              <a:latin typeface="メイリオ" panose="020B0604030504040204" pitchFamily="50" charset="-128"/>
              <a:ea typeface="メイリオ" panose="020B0604030504040204" pitchFamily="50" charset="-128"/>
            </a:endParaRPr>
          </a:p>
        </p:txBody>
      </p:sp>
      <p:sp>
        <p:nvSpPr>
          <p:cNvPr id="102" name="Shape 45">
            <a:extLst>
              <a:ext uri="{FF2B5EF4-FFF2-40B4-BE49-F238E27FC236}">
                <a16:creationId xmlns:a16="http://schemas.microsoft.com/office/drawing/2014/main" id="{3197D204-75FF-3420-883C-5BC3EFF05DEB}"/>
              </a:ext>
            </a:extLst>
          </p:cNvPr>
          <p:cNvSpPr/>
          <p:nvPr/>
        </p:nvSpPr>
        <p:spPr>
          <a:xfrm>
            <a:off x="6526993" y="5133168"/>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3" name="Text 46">
            <a:extLst>
              <a:ext uri="{FF2B5EF4-FFF2-40B4-BE49-F238E27FC236}">
                <a16:creationId xmlns:a16="http://schemas.microsoft.com/office/drawing/2014/main" id="{C5116DC4-C56A-68DE-FFE7-51A9EDEEFA4D}"/>
              </a:ext>
            </a:extLst>
          </p:cNvPr>
          <p:cNvSpPr/>
          <p:nvPr/>
        </p:nvSpPr>
        <p:spPr>
          <a:xfrm>
            <a:off x="6634943" y="5183968"/>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00" dirty="0">
                <a:solidFill>
                  <a:srgbClr val="53476B"/>
                </a:solidFill>
                <a:latin typeface="メイリオ" panose="020B0604030504040204" pitchFamily="50" charset="-128"/>
                <a:ea typeface="メイリオ" panose="020B0604030504040204" pitchFamily="50" charset="-128"/>
                <a:cs typeface="JetBrains Mono" pitchFamily="34" charset="-120"/>
              </a:rPr>
              <a:t>lib/sites.ts</a:t>
            </a:r>
            <a:endParaRPr lang="en-US" sz="1100" dirty="0">
              <a:latin typeface="メイリオ" panose="020B0604030504040204" pitchFamily="50" charset="-128"/>
              <a:ea typeface="メイリオ" panose="020B0604030504040204" pitchFamily="50" charset="-128"/>
            </a:endParaRPr>
          </a:p>
        </p:txBody>
      </p:sp>
      <p:sp>
        <p:nvSpPr>
          <p:cNvPr id="104" name="Shape 47">
            <a:extLst>
              <a:ext uri="{FF2B5EF4-FFF2-40B4-BE49-F238E27FC236}">
                <a16:creationId xmlns:a16="http://schemas.microsoft.com/office/drawing/2014/main" id="{C2596C64-9A98-6B3C-42D8-BF556A4375D8}"/>
              </a:ext>
            </a:extLst>
          </p:cNvPr>
          <p:cNvSpPr/>
          <p:nvPr/>
        </p:nvSpPr>
        <p:spPr>
          <a:xfrm>
            <a:off x="7480848" y="5133168"/>
            <a:ext cx="900000" cy="251598"/>
          </a:xfrm>
          <a:prstGeom prst="rect">
            <a:avLst/>
          </a:prstGeom>
          <a:solidFill>
            <a:srgbClr val="FFFFFF"/>
          </a:solidFill>
          <a:ln w="127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5" name="Text 48">
            <a:extLst>
              <a:ext uri="{FF2B5EF4-FFF2-40B4-BE49-F238E27FC236}">
                <a16:creationId xmlns:a16="http://schemas.microsoft.com/office/drawing/2014/main" id="{83263DD0-AEE7-AB26-748B-5A2A1474D7A5}"/>
              </a:ext>
            </a:extLst>
          </p:cNvPr>
          <p:cNvSpPr/>
          <p:nvPr/>
        </p:nvSpPr>
        <p:spPr>
          <a:xfrm>
            <a:off x="7480848" y="5183967"/>
            <a:ext cx="108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53476B"/>
                </a:solidFill>
                <a:latin typeface="メイリオ" panose="020B0604030504040204" pitchFamily="50" charset="-128"/>
                <a:ea typeface="メイリオ" panose="020B0604030504040204" pitchFamily="50" charset="-128"/>
                <a:cs typeface="JetBrains Mono" pitchFamily="34" charset="-120"/>
              </a:rPr>
              <a:t>10 categories</a:t>
            </a:r>
            <a:endParaRPr lang="en-US" sz="1125" dirty="0">
              <a:latin typeface="メイリオ" panose="020B0604030504040204" pitchFamily="50" charset="-128"/>
              <a:ea typeface="メイリオ" panose="020B0604030504040204" pitchFamily="50" charset="-128"/>
            </a:endParaRPr>
          </a:p>
        </p:txBody>
      </p:sp>
      <p:sp>
        <p:nvSpPr>
          <p:cNvPr id="106" name="Shape 49">
            <a:extLst>
              <a:ext uri="{FF2B5EF4-FFF2-40B4-BE49-F238E27FC236}">
                <a16:creationId xmlns:a16="http://schemas.microsoft.com/office/drawing/2014/main" id="{E4EA6010-C7BE-1496-745C-DB372810C0FE}"/>
              </a:ext>
            </a:extLst>
          </p:cNvPr>
          <p:cNvSpPr/>
          <p:nvPr/>
        </p:nvSpPr>
        <p:spPr>
          <a:xfrm>
            <a:off x="6531781" y="5493060"/>
            <a:ext cx="5040000" cy="14400"/>
          </a:xfrm>
          <a:prstGeom prst="rect">
            <a:avLst/>
          </a:prstGeom>
          <a:solidFill>
            <a:srgbClr val="A098B0"/>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07" name="Text 50">
            <a:extLst>
              <a:ext uri="{FF2B5EF4-FFF2-40B4-BE49-F238E27FC236}">
                <a16:creationId xmlns:a16="http://schemas.microsoft.com/office/drawing/2014/main" id="{D076583E-9553-2666-D55B-FAF9B7DC3E9C}"/>
              </a:ext>
            </a:extLst>
          </p:cNvPr>
          <p:cNvSpPr/>
          <p:nvPr/>
        </p:nvSpPr>
        <p:spPr>
          <a:xfrm>
            <a:off x="6531781" y="5637625"/>
            <a:ext cx="5400000" cy="196903"/>
          </a:xfrm>
          <a:prstGeom prst="rect">
            <a:avLst/>
          </a:prstGeom>
          <a:noFill/>
          <a:ln/>
        </p:spPr>
        <p:txBody>
          <a:bodyPr wrap="square" lIns="25400" tIns="25400" rIns="25400" bIns="25400" rtlCol="0" anchor="t">
            <a:normAutofit fontScale="92500" lnSpcReduction="10000"/>
          </a:bodyPr>
          <a:lstStyle/>
          <a:p>
            <a:pPr marL="0" indent="0" algn="l">
              <a:buNone/>
            </a:pPr>
            <a:r>
              <a:rPr lang="en-US" sz="1125" b="1" kern="0" spc="45" dirty="0">
                <a:solidFill>
                  <a:srgbClr val="53476B"/>
                </a:solidFill>
                <a:latin typeface="メイリオ" panose="020B0604030504040204" pitchFamily="50" charset="-128"/>
                <a:ea typeface="メイリオ" panose="020B0604030504040204" pitchFamily="50" charset="-128"/>
                <a:cs typeface="JetBrains Mono" pitchFamily="34" charset="-120"/>
              </a:rPr>
              <a:t>in-repo (static)</a:t>
            </a:r>
            <a:endParaRPr lang="en-US" sz="1125" dirty="0">
              <a:latin typeface="メイリオ" panose="020B0604030504040204" pitchFamily="50" charset="-128"/>
              <a:ea typeface="メイリオ" panose="020B0604030504040204" pitchFamily="50" charset="-128"/>
            </a:endParaRPr>
          </a:p>
        </p:txBody>
      </p:sp>
      <p:sp>
        <p:nvSpPr>
          <p:cNvPr id="177" name="スライド番号プレースホルダー 2">
            <a:extLst>
              <a:ext uri="{FF2B5EF4-FFF2-40B4-BE49-F238E27FC236}">
                <a16:creationId xmlns:a16="http://schemas.microsoft.com/office/drawing/2014/main" id="{48AF4B39-C51A-3B87-B540-F289C0F5070F}"/>
              </a:ext>
            </a:extLst>
          </p:cNvPr>
          <p:cNvSpPr>
            <a:spLocks noGrp="1"/>
          </p:cNvSpPr>
          <p:nvPr>
            <p:ph type="sldNum" sz="quarter" idx="12"/>
          </p:nvPr>
        </p:nvSpPr>
        <p:spPr>
          <a:xfrm>
            <a:off x="8610600" y="6356350"/>
            <a:ext cx="2743200" cy="365125"/>
          </a:xfrm>
        </p:spPr>
        <p:txBody>
          <a:bodyPr/>
          <a:lstStyle/>
          <a:p>
            <a:fld id="{4E9148DC-F7ED-4428-85F4-2C78C4B0CFB7}" type="slidenum">
              <a:rPr lang="ja-JP" altLang="en-US" smtClean="0"/>
              <a:pPr/>
              <a:t>8</a:t>
            </a:fld>
            <a:endParaRPr lang="ja-JP" altLang="en-US" dirty="0"/>
          </a:p>
        </p:txBody>
      </p:sp>
      <p:sp>
        <p:nvSpPr>
          <p:cNvPr id="178" name="日付プレースホルダー 1">
            <a:extLst>
              <a:ext uri="{FF2B5EF4-FFF2-40B4-BE49-F238E27FC236}">
                <a16:creationId xmlns:a16="http://schemas.microsoft.com/office/drawing/2014/main" id="{AC37CE3E-6068-99BD-4E35-3C8DFA14201F}"/>
              </a:ext>
            </a:extLst>
          </p:cNvPr>
          <p:cNvSpPr>
            <a:spLocks noGrp="1"/>
          </p:cNvSpPr>
          <p:nvPr>
            <p:ph type="dt" sz="half" idx="10"/>
          </p:nvPr>
        </p:nvSpPr>
        <p:spPr>
          <a:xfrm>
            <a:off x="838200" y="6356350"/>
            <a:ext cx="2743200" cy="365125"/>
          </a:xfrm>
        </p:spPr>
        <p:txBody>
          <a:bodyPr/>
          <a:lstStyle/>
          <a:p>
            <a:r>
              <a:rPr lang="en-US" altLang="ja-JP"/>
              <a:t>2026/07/09</a:t>
            </a:r>
            <a:endParaRPr lang="ja-JP" altLang="en-US"/>
          </a:p>
        </p:txBody>
      </p:sp>
      <p:sp>
        <p:nvSpPr>
          <p:cNvPr id="3" name="Shape 10">
            <a:extLst>
              <a:ext uri="{FF2B5EF4-FFF2-40B4-BE49-F238E27FC236}">
                <a16:creationId xmlns:a16="http://schemas.microsoft.com/office/drawing/2014/main" id="{F679909D-241C-8DB2-370F-41270D685441}"/>
              </a:ext>
            </a:extLst>
          </p:cNvPr>
          <p:cNvSpPr/>
          <p:nvPr/>
        </p:nvSpPr>
        <p:spPr>
          <a:xfrm>
            <a:off x="838200" y="5993463"/>
            <a:ext cx="10950339" cy="362886"/>
          </a:xfrm>
          <a:prstGeom prst="rect">
            <a:avLst/>
          </a:prstGeom>
          <a:solidFill>
            <a:srgbClr val="E6E3EC"/>
          </a:solidFill>
          <a:ln/>
        </p:spPr>
        <p:txBody>
          <a:bodyPr/>
          <a:lstStyle/>
          <a:p>
            <a:pPr algn="ctr"/>
            <a:r>
              <a:rPr lang="en-US" altLang="ja-JP" sz="1900" dirty="0">
                <a:latin typeface="メイリオ" panose="020B0604030504040204" pitchFamily="50" charset="-128"/>
                <a:ea typeface="メイリオ" panose="020B0604030504040204" pitchFamily="50" charset="-128"/>
              </a:rPr>
              <a:t>server.js</a:t>
            </a:r>
            <a:r>
              <a:rPr lang="ja-JP" altLang="en-US" sz="1900" dirty="0">
                <a:latin typeface="メイリオ" panose="020B0604030504040204" pitchFamily="50" charset="-128"/>
                <a:ea typeface="メイリオ" panose="020B0604030504040204" pitchFamily="50" charset="-128"/>
              </a:rPr>
              <a:t>が画面配信・</a:t>
            </a:r>
            <a:r>
              <a:rPr lang="en-US" altLang="ja-JP" sz="1900" dirty="0">
                <a:latin typeface="メイリオ" panose="020B0604030504040204" pitchFamily="50" charset="-128"/>
                <a:ea typeface="メイリオ" panose="020B0604030504040204" pitchFamily="50" charset="-128"/>
              </a:rPr>
              <a:t>API</a:t>
            </a:r>
            <a:r>
              <a:rPr lang="ja-JP" altLang="en-US" sz="1900" dirty="0">
                <a:latin typeface="メイリオ" panose="020B0604030504040204" pitchFamily="50" charset="-128"/>
                <a:ea typeface="メイリオ" panose="020B0604030504040204" pitchFamily="50" charset="-128"/>
              </a:rPr>
              <a:t>・</a:t>
            </a:r>
            <a:r>
              <a:rPr lang="en-US" altLang="ja-JP" sz="1900" dirty="0">
                <a:latin typeface="メイリオ" panose="020B0604030504040204" pitchFamily="50" charset="-128"/>
                <a:ea typeface="メイリオ" panose="020B0604030504040204" pitchFamily="50" charset="-128"/>
              </a:rPr>
              <a:t>Socket.IO</a:t>
            </a:r>
            <a:r>
              <a:rPr lang="ja-JP" altLang="en-US" sz="1900" dirty="0">
                <a:latin typeface="メイリオ" panose="020B0604030504040204" pitchFamily="50" charset="-128"/>
                <a:ea typeface="メイリオ" panose="020B0604030504040204" pitchFamily="50" charset="-128"/>
              </a:rPr>
              <a:t>を</a:t>
            </a:r>
            <a:r>
              <a:rPr lang="en-US" altLang="ja-JP" sz="1900" dirty="0">
                <a:latin typeface="メイリオ" panose="020B0604030504040204" pitchFamily="50" charset="-128"/>
                <a:ea typeface="メイリオ" panose="020B0604030504040204" pitchFamily="50" charset="-128"/>
              </a:rPr>
              <a:t>1</a:t>
            </a:r>
            <a:r>
              <a:rPr lang="ja-JP" altLang="en-US" sz="1900" dirty="0">
                <a:latin typeface="メイリオ" panose="020B0604030504040204" pitchFamily="50" charset="-128"/>
                <a:ea typeface="メイリオ" panose="020B0604030504040204" pitchFamily="50" charset="-128"/>
              </a:rPr>
              <a:t>プロセスで兼任 → </a:t>
            </a:r>
            <a:r>
              <a:rPr lang="en-US" altLang="ja-JP" sz="1900" dirty="0">
                <a:latin typeface="メイリオ" panose="020B0604030504040204" pitchFamily="50" charset="-128"/>
                <a:ea typeface="メイリオ" panose="020B0604030504040204" pitchFamily="50" charset="-128"/>
              </a:rPr>
              <a:t>Render</a:t>
            </a:r>
            <a:r>
              <a:rPr lang="ja-JP" altLang="en-US" sz="1900" dirty="0">
                <a:latin typeface="メイリオ" panose="020B0604030504040204" pitchFamily="50" charset="-128"/>
                <a:ea typeface="メイリオ" panose="020B0604030504040204" pitchFamily="50" charset="-128"/>
              </a:rPr>
              <a:t>に単一デプロイ</a:t>
            </a:r>
            <a:endParaRPr lang="ja-JP" altLang="en-US" sz="1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 name="Shape 11">
            <a:extLst>
              <a:ext uri="{FF2B5EF4-FFF2-40B4-BE49-F238E27FC236}">
                <a16:creationId xmlns:a16="http://schemas.microsoft.com/office/drawing/2014/main" id="{C4B42167-2DB4-A1E3-81A6-5ADE8DD86E83}"/>
              </a:ext>
            </a:extLst>
          </p:cNvPr>
          <p:cNvSpPr/>
          <p:nvPr/>
        </p:nvSpPr>
        <p:spPr>
          <a:xfrm>
            <a:off x="838200" y="5993463"/>
            <a:ext cx="57993" cy="362886"/>
          </a:xfrm>
          <a:prstGeom prst="rect">
            <a:avLst/>
          </a:prstGeom>
          <a:solidFill>
            <a:srgbClr val="53476B"/>
          </a:solidFill>
          <a:ln/>
        </p:spPr>
        <p:txBody>
          <a:bodyPr/>
          <a:lstStyle/>
          <a:p>
            <a:endParaRPr lang="ja-JP" altLang="en-US"/>
          </a:p>
        </p:txBody>
      </p:sp>
    </p:spTree>
    <p:extLst>
      <p:ext uri="{BB962C8B-B14F-4D97-AF65-F5344CB8AC3E}">
        <p14:creationId xmlns:p14="http://schemas.microsoft.com/office/powerpoint/2010/main" val="1132275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D3383-EF19-1079-4D08-38771F3C60A6}"/>
            </a:ext>
          </a:extLst>
        </p:cNvPr>
        <p:cNvGrpSpPr/>
        <p:nvPr/>
      </p:nvGrpSpPr>
      <p:grpSpPr>
        <a:xfrm>
          <a:off x="0" y="0"/>
          <a:ext cx="0" cy="0"/>
          <a:chOff x="0" y="0"/>
          <a:chExt cx="0" cy="0"/>
        </a:xfrm>
      </p:grpSpPr>
      <p:sp>
        <p:nvSpPr>
          <p:cNvPr id="21" name="Shape 5">
            <a:extLst>
              <a:ext uri="{FF2B5EF4-FFF2-40B4-BE49-F238E27FC236}">
                <a16:creationId xmlns:a16="http://schemas.microsoft.com/office/drawing/2014/main" id="{A02BBAB4-1015-3491-18C3-F47D0986FFD3}"/>
              </a:ext>
            </a:extLst>
          </p:cNvPr>
          <p:cNvSpPr/>
          <p:nvPr/>
        </p:nvSpPr>
        <p:spPr>
          <a:xfrm>
            <a:off x="803027" y="1352796"/>
            <a:ext cx="5400000" cy="2359241"/>
          </a:xfrm>
          <a:prstGeom prst="rect">
            <a:avLst/>
          </a:prstGeom>
          <a:noFill/>
          <a:ln w="254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19">
            <a:extLst>
              <a:ext uri="{FF2B5EF4-FFF2-40B4-BE49-F238E27FC236}">
                <a16:creationId xmlns:a16="http://schemas.microsoft.com/office/drawing/2014/main" id="{F453206E-9C69-511D-53DC-018B573974EB}"/>
              </a:ext>
            </a:extLst>
          </p:cNvPr>
          <p:cNvSpPr/>
          <p:nvPr/>
        </p:nvSpPr>
        <p:spPr>
          <a:xfrm>
            <a:off x="6353367" y="1346644"/>
            <a:ext cx="5400000" cy="2359241"/>
          </a:xfrm>
          <a:prstGeom prst="rect">
            <a:avLst/>
          </a:prstGeom>
          <a:noFill/>
          <a:ln w="254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1">
            <a:extLst>
              <a:ext uri="{FF2B5EF4-FFF2-40B4-BE49-F238E27FC236}">
                <a16:creationId xmlns:a16="http://schemas.microsoft.com/office/drawing/2014/main" id="{98A872EE-773E-2781-2C56-6C19C733B028}"/>
              </a:ext>
            </a:extLst>
          </p:cNvPr>
          <p:cNvSpPr/>
          <p:nvPr/>
        </p:nvSpPr>
        <p:spPr>
          <a:xfrm>
            <a:off x="803027" y="3844599"/>
            <a:ext cx="5400000" cy="2359241"/>
          </a:xfrm>
          <a:prstGeom prst="rect">
            <a:avLst/>
          </a:prstGeom>
          <a:noFill/>
          <a:ln w="25400">
            <a:solidFill>
              <a:srgbClr val="53476B"/>
            </a:solidFill>
            <a:prstDash val="solid"/>
          </a:ln>
        </p:spPr>
        <p:txBody>
          <a:bodyPr/>
          <a:lstStyle/>
          <a:p>
            <a:endParaRPr lang="ja-JP" altLang="en-US" dirty="0">
              <a:latin typeface="メイリオ" panose="020B0604030504040204" pitchFamily="50" charset="-128"/>
              <a:ea typeface="メイリオ" panose="020B0604030504040204" pitchFamily="50" charset="-128"/>
            </a:endParaRPr>
          </a:p>
        </p:txBody>
      </p:sp>
      <p:sp>
        <p:nvSpPr>
          <p:cNvPr id="24" name="Shape 41">
            <a:extLst>
              <a:ext uri="{FF2B5EF4-FFF2-40B4-BE49-F238E27FC236}">
                <a16:creationId xmlns:a16="http://schemas.microsoft.com/office/drawing/2014/main" id="{8ABCA55E-875C-EAA3-E173-F96A61CFFE1A}"/>
              </a:ext>
            </a:extLst>
          </p:cNvPr>
          <p:cNvSpPr/>
          <p:nvPr/>
        </p:nvSpPr>
        <p:spPr>
          <a:xfrm>
            <a:off x="6353367" y="3844599"/>
            <a:ext cx="5400000" cy="2359241"/>
          </a:xfrm>
          <a:prstGeom prst="rect">
            <a:avLst/>
          </a:prstGeom>
          <a:noFill/>
          <a:ln w="25400">
            <a:solidFill>
              <a:srgbClr val="53476B"/>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8" name="AutoShape 2">
            <a:extLst>
              <a:ext uri="{FF2B5EF4-FFF2-40B4-BE49-F238E27FC236}">
                <a16:creationId xmlns:a16="http://schemas.microsoft.com/office/drawing/2014/main" id="{6D7450F4-B5A7-9947-C4D5-E8DA3AF62CE7}"/>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59" name="AutoShape 3">
            <a:extLst>
              <a:ext uri="{FF2B5EF4-FFF2-40B4-BE49-F238E27FC236}">
                <a16:creationId xmlns:a16="http://schemas.microsoft.com/office/drawing/2014/main" id="{CC1291D7-FD1C-9DD2-0CF4-0AF93AECE094}"/>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60" name="Group 4">
            <a:extLst>
              <a:ext uri="{FF2B5EF4-FFF2-40B4-BE49-F238E27FC236}">
                <a16:creationId xmlns:a16="http://schemas.microsoft.com/office/drawing/2014/main" id="{04137DB2-454A-5AFB-5EC7-9D82253A42D3}"/>
              </a:ext>
            </a:extLst>
          </p:cNvPr>
          <p:cNvGrpSpPr/>
          <p:nvPr/>
        </p:nvGrpSpPr>
        <p:grpSpPr>
          <a:xfrm>
            <a:off x="347001" y="411790"/>
            <a:ext cx="591239" cy="89687"/>
            <a:chOff x="0" y="0"/>
            <a:chExt cx="233576" cy="35432"/>
          </a:xfrm>
        </p:grpSpPr>
        <p:sp>
          <p:nvSpPr>
            <p:cNvPr id="61" name="Freeform 5">
              <a:extLst>
                <a:ext uri="{FF2B5EF4-FFF2-40B4-BE49-F238E27FC236}">
                  <a16:creationId xmlns:a16="http://schemas.microsoft.com/office/drawing/2014/main" id="{36FE87C6-333F-D995-C336-FAA4F7030AB6}"/>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2" name="TextBox 6">
              <a:extLst>
                <a:ext uri="{FF2B5EF4-FFF2-40B4-BE49-F238E27FC236}">
                  <a16:creationId xmlns:a16="http://schemas.microsoft.com/office/drawing/2014/main" id="{666BF6D5-41C3-24DE-5976-0279351C9DC4}"/>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63" name="TextBox 13">
            <a:extLst>
              <a:ext uri="{FF2B5EF4-FFF2-40B4-BE49-F238E27FC236}">
                <a16:creationId xmlns:a16="http://schemas.microsoft.com/office/drawing/2014/main" id="{DB8D1E55-E029-0D82-1FC5-73D64ECDB006}"/>
              </a:ext>
            </a:extLst>
          </p:cNvPr>
          <p:cNvSpPr txBox="1"/>
          <p:nvPr/>
        </p:nvSpPr>
        <p:spPr>
          <a:xfrm>
            <a:off x="1147975" y="295790"/>
            <a:ext cx="10697019" cy="617477"/>
          </a:xfrm>
          <a:prstGeom prst="rect">
            <a:avLst/>
          </a:prstGeom>
        </p:spPr>
        <p:txBody>
          <a:bodyPr wrap="square" lIns="0" tIns="0" rIns="0" bIns="0" rtlCol="0" anchor="t">
            <a:spAutoFit/>
          </a:bodyPr>
          <a:lstStyle/>
          <a:p>
            <a:pPr>
              <a:lnSpc>
                <a:spcPts val="4546"/>
              </a:lnSpc>
            </a:pP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ゲームルール</a:t>
            </a:r>
            <a:endParaRPr lang="en-US" altLang="ja-JP" sz="4800" b="1" spc="679" dirty="0">
              <a:solidFill>
                <a:schemeClr val="tx1">
                  <a:lumMod val="65000"/>
                  <a:lumOff val="35000"/>
                </a:schemeClr>
              </a:solidFill>
              <a:latin typeface="メイリオ" panose="020B0604030504040204" pitchFamily="50" charset="-128"/>
              <a:ea typeface="メイリオ" panose="020B0604030504040204" pitchFamily="50" charset="-128"/>
              <a:cs typeface="Noto Sans JP Medium"/>
              <a:sym typeface="Noto Sans JP Medium"/>
            </a:endParaRPr>
          </a:p>
        </p:txBody>
      </p:sp>
      <p:sp>
        <p:nvSpPr>
          <p:cNvPr id="177" name="スライド番号プレースホルダー 2">
            <a:extLst>
              <a:ext uri="{FF2B5EF4-FFF2-40B4-BE49-F238E27FC236}">
                <a16:creationId xmlns:a16="http://schemas.microsoft.com/office/drawing/2014/main" id="{6F1C16F7-4C60-1D75-D397-39B40FB716F5}"/>
              </a:ext>
            </a:extLst>
          </p:cNvPr>
          <p:cNvSpPr>
            <a:spLocks noGrp="1"/>
          </p:cNvSpPr>
          <p:nvPr>
            <p:ph type="sldNum" sz="quarter" idx="12"/>
          </p:nvPr>
        </p:nvSpPr>
        <p:spPr>
          <a:xfrm>
            <a:off x="8610600" y="6356350"/>
            <a:ext cx="2743200" cy="365125"/>
          </a:xfrm>
        </p:spPr>
        <p:txBody>
          <a:bodyPr/>
          <a:lstStyle/>
          <a:p>
            <a:fld id="{4E9148DC-F7ED-4428-85F4-2C78C4B0CFB7}" type="slidenum">
              <a:rPr lang="ja-JP" altLang="en-US" smtClean="0"/>
              <a:pPr/>
              <a:t>9</a:t>
            </a:fld>
            <a:endParaRPr lang="ja-JP" altLang="en-US" dirty="0"/>
          </a:p>
        </p:txBody>
      </p:sp>
      <p:sp>
        <p:nvSpPr>
          <p:cNvPr id="178" name="日付プレースホルダー 1">
            <a:extLst>
              <a:ext uri="{FF2B5EF4-FFF2-40B4-BE49-F238E27FC236}">
                <a16:creationId xmlns:a16="http://schemas.microsoft.com/office/drawing/2014/main" id="{13298C6A-A02F-5888-8A0E-82BE455B2772}"/>
              </a:ext>
            </a:extLst>
          </p:cNvPr>
          <p:cNvSpPr>
            <a:spLocks noGrp="1"/>
          </p:cNvSpPr>
          <p:nvPr>
            <p:ph type="dt" sz="half" idx="10"/>
          </p:nvPr>
        </p:nvSpPr>
        <p:spPr>
          <a:xfrm>
            <a:off x="838200" y="6356350"/>
            <a:ext cx="2743200" cy="365125"/>
          </a:xfrm>
        </p:spPr>
        <p:txBody>
          <a:bodyPr/>
          <a:lstStyle/>
          <a:p>
            <a:r>
              <a:rPr lang="en-US" altLang="ja-JP"/>
              <a:t>2026/07/09</a:t>
            </a:r>
            <a:endParaRPr lang="ja-JP" altLang="en-US"/>
          </a:p>
        </p:txBody>
      </p:sp>
      <p:sp>
        <p:nvSpPr>
          <p:cNvPr id="3" name="Text 5">
            <a:extLst>
              <a:ext uri="{FF2B5EF4-FFF2-40B4-BE49-F238E27FC236}">
                <a16:creationId xmlns:a16="http://schemas.microsoft.com/office/drawing/2014/main" id="{D12BFCAF-2809-7089-B599-E750341D63C0}"/>
              </a:ext>
            </a:extLst>
          </p:cNvPr>
          <p:cNvSpPr/>
          <p:nvPr/>
        </p:nvSpPr>
        <p:spPr>
          <a:xfrm>
            <a:off x="938240" y="1467799"/>
            <a:ext cx="7129145" cy="234950"/>
          </a:xfrm>
          <a:prstGeom prst="rect">
            <a:avLst/>
          </a:prstGeom>
          <a:noFill/>
          <a:ln/>
        </p:spPr>
        <p:txBody>
          <a:bodyPr wrap="square" lIns="25400" tIns="25400" rIns="25400" bIns="25400" rtlCol="0" anchor="t">
            <a:normAutofit/>
          </a:bodyPr>
          <a:lstStyle/>
          <a:p>
            <a:r>
              <a:rPr kumimoji="0" lang="en-US" sz="1200" b="1" kern="0" spc="192" dirty="0">
                <a:solidFill>
                  <a:srgbClr val="53476B"/>
                </a:solidFill>
                <a:latin typeface="メイリオ" panose="020B0604030504040204" pitchFamily="50" charset="-128"/>
                <a:ea typeface="メイリオ" panose="020B0604030504040204" pitchFamily="50" charset="-128"/>
                <a:cs typeface="JetBrains Mono" pitchFamily="34" charset="-120"/>
              </a:rPr>
              <a:t>01 — VISIT</a:t>
            </a:r>
            <a:endParaRPr kumimoji="0" lang="en-US" sz="1200" dirty="0">
              <a:solidFill>
                <a:prstClr val="black"/>
              </a:solidFill>
              <a:latin typeface="メイリオ" panose="020B0604030504040204" pitchFamily="50" charset="-128"/>
              <a:ea typeface="メイリオ" panose="020B0604030504040204" pitchFamily="50" charset="-128"/>
            </a:endParaRPr>
          </a:p>
        </p:txBody>
      </p:sp>
      <p:sp>
        <p:nvSpPr>
          <p:cNvPr id="4" name="Text 6">
            <a:extLst>
              <a:ext uri="{FF2B5EF4-FFF2-40B4-BE49-F238E27FC236}">
                <a16:creationId xmlns:a16="http://schemas.microsoft.com/office/drawing/2014/main" id="{373C8B92-D312-CC9A-F98F-F0B0111AEF8E}"/>
              </a:ext>
            </a:extLst>
          </p:cNvPr>
          <p:cNvSpPr/>
          <p:nvPr/>
        </p:nvSpPr>
        <p:spPr>
          <a:xfrm>
            <a:off x="938240" y="1778949"/>
            <a:ext cx="7129145" cy="450850"/>
          </a:xfrm>
          <a:prstGeom prst="rect">
            <a:avLst/>
          </a:prstGeom>
          <a:noFill/>
          <a:ln/>
        </p:spPr>
        <p:txBody>
          <a:bodyPr wrap="square" lIns="25400" tIns="25400" rIns="25400" bIns="25400" rtlCol="0" anchor="t">
            <a:normAutofit/>
          </a:bodyPr>
          <a:lstStyle/>
          <a:p>
            <a:r>
              <a:rPr kumimoji="0" lang="en-US" sz="2250" b="1" kern="0" spc="180" dirty="0">
                <a:solidFill>
                  <a:srgbClr val="000000"/>
                </a:solidFill>
                <a:latin typeface="メイリオ" panose="020B0604030504040204" pitchFamily="50" charset="-128"/>
                <a:ea typeface="メイリオ" panose="020B0604030504040204" pitchFamily="50" charset="-128"/>
                <a:cs typeface="Arial" pitchFamily="34" charset="-120"/>
              </a:rPr>
              <a:t>サイトを訪問</a:t>
            </a:r>
            <a:endParaRPr kumimoji="0" lang="en-US" sz="2250" dirty="0">
              <a:solidFill>
                <a:prstClr val="black"/>
              </a:solidFill>
              <a:latin typeface="メイリオ" panose="020B0604030504040204" pitchFamily="50" charset="-128"/>
              <a:ea typeface="メイリオ" panose="020B0604030504040204" pitchFamily="50" charset="-128"/>
            </a:endParaRPr>
          </a:p>
        </p:txBody>
      </p:sp>
      <p:sp>
        <p:nvSpPr>
          <p:cNvPr id="5" name="Text 7">
            <a:extLst>
              <a:ext uri="{FF2B5EF4-FFF2-40B4-BE49-F238E27FC236}">
                <a16:creationId xmlns:a16="http://schemas.microsoft.com/office/drawing/2014/main" id="{9FD7D144-7325-3123-572F-BD9ABAA22BDB}"/>
              </a:ext>
            </a:extLst>
          </p:cNvPr>
          <p:cNvSpPr/>
          <p:nvPr/>
        </p:nvSpPr>
        <p:spPr>
          <a:xfrm>
            <a:off x="938240" y="2305999"/>
            <a:ext cx="5029423" cy="1279412"/>
          </a:xfrm>
          <a:prstGeom prst="rect">
            <a:avLst/>
          </a:prstGeom>
          <a:noFill/>
          <a:ln/>
        </p:spPr>
        <p:txBody>
          <a:bodyPr wrap="square" lIns="25400" tIns="25400" rIns="25400" bIns="25400" rtlCol="0" anchor="t">
            <a:noAutofit/>
          </a:bodyPr>
          <a:lstStyle/>
          <a:p>
            <a:pPr>
              <a:lnSpc>
                <a:spcPct val="140000"/>
              </a:lnSpc>
            </a:pPr>
            <a:r>
              <a:rPr kumimoji="0" lang="ja-JP" altLang="en-US" sz="1500" kern="0" spc="63" dirty="0">
                <a:solidFill>
                  <a:srgbClr val="000000"/>
                </a:solidFill>
                <a:latin typeface="メイリオ" panose="020B0604030504040204" pitchFamily="50" charset="-128"/>
                <a:ea typeface="メイリオ" panose="020B0604030504040204" pitchFamily="50" charset="-128"/>
                <a:cs typeface="Arial" pitchFamily="34" charset="-120"/>
              </a:rPr>
              <a:t>カードをクリックすると、そのサイトを模したミニゲーム（同意バナー・広告ポップアップ・ログイン・アンケート・クイズ）が開く。</a:t>
            </a:r>
            <a:endParaRPr kumimoji="0" lang="en-US" altLang="ja-JP" sz="1500" kern="0" spc="63" dirty="0">
              <a:solidFill>
                <a:srgbClr val="000000"/>
              </a:solidFill>
              <a:latin typeface="メイリオ" panose="020B0604030504040204" pitchFamily="50" charset="-128"/>
              <a:ea typeface="メイリオ" panose="020B0604030504040204" pitchFamily="50" charset="-128"/>
              <a:cs typeface="Arial" pitchFamily="34" charset="-120"/>
            </a:endParaRPr>
          </a:p>
          <a:p>
            <a:pPr>
              <a:lnSpc>
                <a:spcPct val="140000"/>
              </a:lnSpc>
            </a:pPr>
            <a:r>
              <a:rPr kumimoji="0" lang="ja-JP" altLang="en-US" sz="1500" kern="0" spc="63" dirty="0">
                <a:solidFill>
                  <a:srgbClr val="000000"/>
                </a:solidFill>
                <a:latin typeface="メイリオ" panose="020B0604030504040204" pitchFamily="50" charset="-128"/>
                <a:ea typeface="メイリオ" panose="020B0604030504040204" pitchFamily="50" charset="-128"/>
                <a:cs typeface="Arial" pitchFamily="34" charset="-120"/>
              </a:rPr>
              <a:t>クリアすると</a:t>
            </a:r>
            <a:r>
              <a:rPr kumimoji="0" lang="en-US" altLang="ja-JP" sz="1500" b="1" kern="0" spc="63" dirty="0">
                <a:solidFill>
                  <a:srgbClr val="53476B"/>
                </a:solidFill>
                <a:latin typeface="メイリオ" panose="020B0604030504040204" pitchFamily="50" charset="-128"/>
                <a:ea typeface="メイリオ" panose="020B0604030504040204" pitchFamily="50" charset="-128"/>
                <a:cs typeface="Arial" pitchFamily="34" charset="-120"/>
              </a:rPr>
              <a:t>Set-Cookie</a:t>
            </a:r>
            <a:r>
              <a:rPr kumimoji="0" lang="ja-JP" altLang="en-US" sz="1500" kern="0" spc="63" dirty="0">
                <a:solidFill>
                  <a:srgbClr val="000000"/>
                </a:solidFill>
                <a:latin typeface="メイリオ" panose="020B0604030504040204" pitchFamily="50" charset="-128"/>
                <a:ea typeface="メイリオ" panose="020B0604030504040204" pitchFamily="50" charset="-128"/>
                <a:cs typeface="Arial" pitchFamily="34" charset="-120"/>
              </a:rPr>
              <a:t>が発行され、スコアに加算。</a:t>
            </a:r>
            <a:endParaRPr kumimoji="0" lang="en-US" altLang="ja-JP" sz="1500" kern="0" spc="63" dirty="0">
              <a:solidFill>
                <a:srgbClr val="000000"/>
              </a:solidFill>
              <a:latin typeface="メイリオ" panose="020B0604030504040204" pitchFamily="50" charset="-128"/>
              <a:ea typeface="メイリオ" panose="020B0604030504040204" pitchFamily="50" charset="-128"/>
              <a:cs typeface="Arial" pitchFamily="34" charset="-120"/>
            </a:endParaRPr>
          </a:p>
        </p:txBody>
      </p:sp>
      <p:sp>
        <p:nvSpPr>
          <p:cNvPr id="10" name="Text 9">
            <a:extLst>
              <a:ext uri="{FF2B5EF4-FFF2-40B4-BE49-F238E27FC236}">
                <a16:creationId xmlns:a16="http://schemas.microsoft.com/office/drawing/2014/main" id="{6CC6C7A7-670E-ED7C-D0EB-C70747658E7E}"/>
              </a:ext>
            </a:extLst>
          </p:cNvPr>
          <p:cNvSpPr/>
          <p:nvPr/>
        </p:nvSpPr>
        <p:spPr>
          <a:xfrm>
            <a:off x="6517728" y="1467799"/>
            <a:ext cx="7129145" cy="234950"/>
          </a:xfrm>
          <a:prstGeom prst="rect">
            <a:avLst/>
          </a:prstGeom>
          <a:noFill/>
          <a:ln/>
        </p:spPr>
        <p:txBody>
          <a:bodyPr wrap="square" lIns="25400" tIns="25400" rIns="25400" bIns="25400" rtlCol="0" anchor="t">
            <a:normAutofit/>
          </a:bodyPr>
          <a:lstStyle/>
          <a:p>
            <a:r>
              <a:rPr kumimoji="0" lang="en-US" sz="1200" b="1" kern="0" spc="192" dirty="0">
                <a:solidFill>
                  <a:srgbClr val="53476B"/>
                </a:solidFill>
                <a:latin typeface="メイリオ" panose="020B0604030504040204" pitchFamily="50" charset="-128"/>
                <a:ea typeface="メイリオ" panose="020B0604030504040204" pitchFamily="50" charset="-128"/>
                <a:cs typeface="JetBrains Mono" pitchFamily="34" charset="-120"/>
              </a:rPr>
              <a:t>02 — RARITY</a:t>
            </a:r>
            <a:endParaRPr kumimoji="0" lang="en-US" sz="1200" dirty="0">
              <a:solidFill>
                <a:prstClr val="black"/>
              </a:solidFill>
              <a:latin typeface="メイリオ" panose="020B0604030504040204" pitchFamily="50" charset="-128"/>
              <a:ea typeface="メイリオ" panose="020B0604030504040204" pitchFamily="50" charset="-128"/>
            </a:endParaRPr>
          </a:p>
        </p:txBody>
      </p:sp>
      <p:sp>
        <p:nvSpPr>
          <p:cNvPr id="11" name="Text 10">
            <a:extLst>
              <a:ext uri="{FF2B5EF4-FFF2-40B4-BE49-F238E27FC236}">
                <a16:creationId xmlns:a16="http://schemas.microsoft.com/office/drawing/2014/main" id="{4D707A2D-F8FE-2254-2782-F5CBF476A6D5}"/>
              </a:ext>
            </a:extLst>
          </p:cNvPr>
          <p:cNvSpPr/>
          <p:nvPr/>
        </p:nvSpPr>
        <p:spPr>
          <a:xfrm>
            <a:off x="6517728" y="1778949"/>
            <a:ext cx="7129145" cy="450850"/>
          </a:xfrm>
          <a:prstGeom prst="rect">
            <a:avLst/>
          </a:prstGeom>
          <a:noFill/>
          <a:ln/>
        </p:spPr>
        <p:txBody>
          <a:bodyPr wrap="square" lIns="25400" tIns="25400" rIns="25400" bIns="25400" rtlCol="0" anchor="t">
            <a:normAutofit/>
          </a:bodyPr>
          <a:lstStyle/>
          <a:p>
            <a:r>
              <a:rPr kumimoji="0" lang="en-US" sz="2250" b="1" kern="0" spc="180" dirty="0">
                <a:solidFill>
                  <a:srgbClr val="000000"/>
                </a:solidFill>
                <a:latin typeface="メイリオ" panose="020B0604030504040204" pitchFamily="50" charset="-128"/>
                <a:ea typeface="メイリオ" panose="020B0604030504040204" pitchFamily="50" charset="-128"/>
                <a:cs typeface="Arial" pitchFamily="34" charset="-120"/>
              </a:rPr>
              <a:t>レア度 × 訪問時間</a:t>
            </a:r>
            <a:endParaRPr kumimoji="0" lang="en-US" sz="2250" dirty="0">
              <a:solidFill>
                <a:prstClr val="black"/>
              </a:solidFill>
              <a:latin typeface="メイリオ" panose="020B0604030504040204" pitchFamily="50" charset="-128"/>
              <a:ea typeface="メイリオ" panose="020B0604030504040204" pitchFamily="50" charset="-128"/>
            </a:endParaRPr>
          </a:p>
        </p:txBody>
      </p:sp>
      <p:sp>
        <p:nvSpPr>
          <p:cNvPr id="12" name="Text 11">
            <a:extLst>
              <a:ext uri="{FF2B5EF4-FFF2-40B4-BE49-F238E27FC236}">
                <a16:creationId xmlns:a16="http://schemas.microsoft.com/office/drawing/2014/main" id="{7F42CBE7-5066-7CBB-389E-C5A72198FD93}"/>
              </a:ext>
            </a:extLst>
          </p:cNvPr>
          <p:cNvSpPr/>
          <p:nvPr/>
        </p:nvSpPr>
        <p:spPr>
          <a:xfrm>
            <a:off x="6517729" y="2305999"/>
            <a:ext cx="5092746" cy="1279412"/>
          </a:xfrm>
          <a:prstGeom prst="rect">
            <a:avLst/>
          </a:prstGeom>
          <a:noFill/>
          <a:ln/>
        </p:spPr>
        <p:txBody>
          <a:bodyPr wrap="square" lIns="25400" tIns="25400" rIns="25400" bIns="25400" rtlCol="0" anchor="t">
            <a:noAutofit/>
          </a:bodyPr>
          <a:lstStyle/>
          <a:p>
            <a:pPr algn="ctr">
              <a:lnSpc>
                <a:spcPct val="140000"/>
              </a:lnSpc>
            </a:pPr>
            <a:r>
              <a:rPr kumimoji="0" lang="ja-JP" altLang="en-US" sz="1400" kern="0" spc="63" dirty="0">
                <a:solidFill>
                  <a:srgbClr val="000000"/>
                </a:solidFill>
                <a:latin typeface="メイリオ" panose="020B0604030504040204" pitchFamily="50" charset="-128"/>
                <a:ea typeface="メイリオ" panose="020B0604030504040204" pitchFamily="50" charset="-128"/>
                <a:cs typeface="Arial" pitchFamily="34" charset="-120"/>
              </a:rPr>
              <a:t>通常 </a:t>
            </a:r>
            <a:r>
              <a:rPr kumimoji="0" lang="en-US" altLang="ja-JP" sz="1400" kern="0" spc="63" dirty="0">
                <a:solidFill>
                  <a:srgbClr val="000000"/>
                </a:solidFill>
                <a:latin typeface="メイリオ" panose="020B0604030504040204" pitchFamily="50" charset="-128"/>
                <a:ea typeface="メイリオ" panose="020B0604030504040204" pitchFamily="50" charset="-128"/>
                <a:cs typeface="Arial" pitchFamily="34" charset="-120"/>
              </a:rPr>
              <a:t>20〜50pt / </a:t>
            </a:r>
            <a:r>
              <a:rPr kumimoji="0" lang="ja-JP" altLang="en-US" sz="1400" kern="0" spc="63" dirty="0">
                <a:solidFill>
                  <a:srgbClr val="000000"/>
                </a:solidFill>
                <a:latin typeface="メイリオ" panose="020B0604030504040204" pitchFamily="50" charset="-128"/>
                <a:ea typeface="メイリオ" panose="020B0604030504040204" pitchFamily="50" charset="-128"/>
                <a:cs typeface="Arial" pitchFamily="34" charset="-120"/>
              </a:rPr>
              <a:t>中 </a:t>
            </a:r>
            <a:r>
              <a:rPr kumimoji="0" lang="en-US" altLang="ja-JP" sz="1400" kern="0" spc="63" dirty="0">
                <a:solidFill>
                  <a:srgbClr val="000000"/>
                </a:solidFill>
                <a:latin typeface="メイリオ" panose="020B0604030504040204" pitchFamily="50" charset="-128"/>
                <a:ea typeface="メイリオ" panose="020B0604030504040204" pitchFamily="50" charset="-128"/>
                <a:cs typeface="Arial" pitchFamily="34" charset="-120"/>
              </a:rPr>
              <a:t>60〜100pt /</a:t>
            </a:r>
          </a:p>
          <a:p>
            <a:pPr algn="ctr">
              <a:lnSpc>
                <a:spcPct val="140000"/>
              </a:lnSpc>
            </a:pPr>
            <a:r>
              <a:rPr kumimoji="0" lang="ja-JP" altLang="en-US" sz="1400" kern="0" spc="63" dirty="0">
                <a:solidFill>
                  <a:srgbClr val="000000"/>
                </a:solidFill>
                <a:latin typeface="メイリオ" panose="020B0604030504040204" pitchFamily="50" charset="-128"/>
                <a:ea typeface="メイリオ" panose="020B0604030504040204" pitchFamily="50" charset="-128"/>
                <a:cs typeface="Arial" pitchFamily="34" charset="-120"/>
              </a:rPr>
              <a:t>高 </a:t>
            </a:r>
            <a:r>
              <a:rPr kumimoji="0" lang="en-US" altLang="ja-JP" sz="1400" kern="0" spc="63" dirty="0">
                <a:solidFill>
                  <a:srgbClr val="000000"/>
                </a:solidFill>
                <a:latin typeface="メイリオ" panose="020B0604030504040204" pitchFamily="50" charset="-128"/>
                <a:ea typeface="メイリオ" panose="020B0604030504040204" pitchFamily="50" charset="-128"/>
                <a:cs typeface="Arial" pitchFamily="34" charset="-120"/>
              </a:rPr>
              <a:t>120〜160pt / </a:t>
            </a:r>
            <a:r>
              <a:rPr kumimoji="0" lang="ja-JP" altLang="en-US" sz="1400" kern="0" spc="63" dirty="0">
                <a:solidFill>
                  <a:srgbClr val="000000"/>
                </a:solidFill>
                <a:latin typeface="メイリオ" panose="020B0604030504040204" pitchFamily="50" charset="-128"/>
                <a:ea typeface="メイリオ" panose="020B0604030504040204" pitchFamily="50" charset="-128"/>
                <a:cs typeface="Arial" pitchFamily="34" charset="-120"/>
              </a:rPr>
              <a:t>超 </a:t>
            </a:r>
            <a:r>
              <a:rPr kumimoji="0" lang="en-US" altLang="ja-JP" sz="1400" kern="0" spc="63" dirty="0">
                <a:solidFill>
                  <a:srgbClr val="000000"/>
                </a:solidFill>
                <a:latin typeface="メイリオ" panose="020B0604030504040204" pitchFamily="50" charset="-128"/>
                <a:ea typeface="メイリオ" panose="020B0604030504040204" pitchFamily="50" charset="-128"/>
                <a:cs typeface="Arial" pitchFamily="34" charset="-120"/>
              </a:rPr>
              <a:t>180〜200pt</a:t>
            </a:r>
          </a:p>
          <a:p>
            <a:pPr>
              <a:lnSpc>
                <a:spcPct val="140000"/>
              </a:lnSpc>
            </a:pPr>
            <a:r>
              <a:rPr kumimoji="0" lang="ja-JP" altLang="en-US" sz="1500" b="1" kern="0" spc="63" dirty="0">
                <a:solidFill>
                  <a:srgbClr val="53476B"/>
                </a:solidFill>
                <a:latin typeface="メイリオ" panose="020B0604030504040204" pitchFamily="50" charset="-128"/>
                <a:ea typeface="メイリオ" panose="020B0604030504040204" pitchFamily="50" charset="-128"/>
                <a:cs typeface="Arial" pitchFamily="34" charset="-120"/>
              </a:rPr>
              <a:t>高レア度ほど手間のかかるミニゲームで時間がかかり、その間に妨害・奪取される隙が生まれる</a:t>
            </a:r>
          </a:p>
          <a:p>
            <a:pPr>
              <a:lnSpc>
                <a:spcPct val="140000"/>
              </a:lnSpc>
            </a:pPr>
            <a:endParaRPr kumimoji="0" lang="en-US" sz="1500" dirty="0">
              <a:solidFill>
                <a:prstClr val="black"/>
              </a:solidFill>
              <a:latin typeface="メイリオ" panose="020B0604030504040204" pitchFamily="50" charset="-128"/>
              <a:ea typeface="メイリオ" panose="020B0604030504040204" pitchFamily="50" charset="-128"/>
            </a:endParaRPr>
          </a:p>
        </p:txBody>
      </p:sp>
      <p:sp>
        <p:nvSpPr>
          <p:cNvPr id="14" name="Text 13">
            <a:extLst>
              <a:ext uri="{FF2B5EF4-FFF2-40B4-BE49-F238E27FC236}">
                <a16:creationId xmlns:a16="http://schemas.microsoft.com/office/drawing/2014/main" id="{B1CD614F-5CA2-F2E4-8B98-A74D8BAAAA79}"/>
              </a:ext>
            </a:extLst>
          </p:cNvPr>
          <p:cNvSpPr/>
          <p:nvPr/>
        </p:nvSpPr>
        <p:spPr>
          <a:xfrm>
            <a:off x="938240" y="3977161"/>
            <a:ext cx="7129145" cy="234950"/>
          </a:xfrm>
          <a:prstGeom prst="rect">
            <a:avLst/>
          </a:prstGeom>
          <a:noFill/>
          <a:ln/>
        </p:spPr>
        <p:txBody>
          <a:bodyPr wrap="square" lIns="25400" tIns="25400" rIns="25400" bIns="25400" rtlCol="0" anchor="t">
            <a:normAutofit/>
          </a:bodyPr>
          <a:lstStyle/>
          <a:p>
            <a:r>
              <a:rPr kumimoji="0" lang="en-US" sz="1200" b="1" kern="0" spc="192" dirty="0">
                <a:solidFill>
                  <a:srgbClr val="53476B"/>
                </a:solidFill>
                <a:latin typeface="メイリオ" panose="020B0604030504040204" pitchFamily="50" charset="-128"/>
                <a:ea typeface="メイリオ" panose="020B0604030504040204" pitchFamily="50" charset="-128"/>
                <a:cs typeface="JetBrains Mono" pitchFamily="34" charset="-120"/>
              </a:rPr>
              <a:t>03 — HEIST</a:t>
            </a:r>
            <a:endParaRPr kumimoji="0" lang="en-US" sz="1200" dirty="0">
              <a:solidFill>
                <a:prstClr val="black"/>
              </a:solidFill>
              <a:latin typeface="メイリオ" panose="020B0604030504040204" pitchFamily="50" charset="-128"/>
              <a:ea typeface="メイリオ" panose="020B0604030504040204" pitchFamily="50" charset="-128"/>
            </a:endParaRPr>
          </a:p>
        </p:txBody>
      </p:sp>
      <p:sp>
        <p:nvSpPr>
          <p:cNvPr id="15" name="Text 14">
            <a:extLst>
              <a:ext uri="{FF2B5EF4-FFF2-40B4-BE49-F238E27FC236}">
                <a16:creationId xmlns:a16="http://schemas.microsoft.com/office/drawing/2014/main" id="{33331417-EB9F-DF35-D228-6276ACBCDFD2}"/>
              </a:ext>
            </a:extLst>
          </p:cNvPr>
          <p:cNvSpPr/>
          <p:nvPr/>
        </p:nvSpPr>
        <p:spPr>
          <a:xfrm>
            <a:off x="938240" y="4288311"/>
            <a:ext cx="7129145" cy="450850"/>
          </a:xfrm>
          <a:prstGeom prst="rect">
            <a:avLst/>
          </a:prstGeom>
          <a:noFill/>
          <a:ln/>
        </p:spPr>
        <p:txBody>
          <a:bodyPr wrap="square" lIns="25400" tIns="25400" rIns="25400" bIns="25400" rtlCol="0" anchor="t">
            <a:normAutofit/>
          </a:bodyPr>
          <a:lstStyle/>
          <a:p>
            <a:r>
              <a:rPr kumimoji="0" lang="en-US" sz="2250" b="1" kern="0" spc="180" dirty="0">
                <a:solidFill>
                  <a:srgbClr val="000000"/>
                </a:solidFill>
                <a:latin typeface="メイリオ" panose="020B0604030504040204" pitchFamily="50" charset="-128"/>
                <a:ea typeface="メイリオ" panose="020B0604030504040204" pitchFamily="50" charset="-128"/>
                <a:cs typeface="Arial" pitchFamily="34" charset="-120"/>
              </a:rPr>
              <a:t>Cookie奪取</a:t>
            </a:r>
            <a:endParaRPr kumimoji="0" lang="en-US" sz="2250" dirty="0">
              <a:solidFill>
                <a:prstClr val="black"/>
              </a:solidFill>
              <a:latin typeface="メイリオ" panose="020B0604030504040204" pitchFamily="50" charset="-128"/>
              <a:ea typeface="メイリオ" panose="020B0604030504040204" pitchFamily="50" charset="-128"/>
            </a:endParaRPr>
          </a:p>
        </p:txBody>
      </p:sp>
      <p:sp>
        <p:nvSpPr>
          <p:cNvPr id="16" name="Text 15">
            <a:extLst>
              <a:ext uri="{FF2B5EF4-FFF2-40B4-BE49-F238E27FC236}">
                <a16:creationId xmlns:a16="http://schemas.microsoft.com/office/drawing/2014/main" id="{C0CCEA03-34AB-3162-0A34-D9C2BDEE537A}"/>
              </a:ext>
            </a:extLst>
          </p:cNvPr>
          <p:cNvSpPr/>
          <p:nvPr/>
        </p:nvSpPr>
        <p:spPr>
          <a:xfrm>
            <a:off x="938240" y="4815361"/>
            <a:ext cx="4391749" cy="1464679"/>
          </a:xfrm>
          <a:prstGeom prst="rect">
            <a:avLst/>
          </a:prstGeom>
          <a:noFill/>
          <a:ln/>
        </p:spPr>
        <p:txBody>
          <a:bodyPr wrap="square" lIns="25400" tIns="25400" rIns="25400" bIns="25400" rtlCol="0" anchor="t">
            <a:noAutofit/>
          </a:bodyPr>
          <a:lstStyle/>
          <a:p>
            <a:pPr>
              <a:lnSpc>
                <a:spcPct val="140000"/>
              </a:lnSpc>
            </a:pPr>
            <a:r>
              <a:rPr kumimoji="0" lang="en-US" sz="1500" kern="0" spc="63" dirty="0" err="1">
                <a:solidFill>
                  <a:srgbClr val="000000"/>
                </a:solidFill>
                <a:latin typeface="メイリオ" panose="020B0604030504040204" pitchFamily="50" charset="-128"/>
                <a:ea typeface="メイリオ" panose="020B0604030504040204" pitchFamily="50" charset="-128"/>
                <a:cs typeface="Arial" pitchFamily="34" charset="-120"/>
              </a:rPr>
              <a:t>誰かが訪問済みのサイトに自分も行くと</a:t>
            </a:r>
            <a:r>
              <a:rPr kumimoji="0" lang="en-US" sz="1500" kern="0" spc="63" dirty="0">
                <a:solidFill>
                  <a:srgbClr val="000000"/>
                </a:solidFill>
                <a:latin typeface="メイリオ" panose="020B0604030504040204" pitchFamily="50" charset="-128"/>
                <a:ea typeface="メイリオ" panose="020B0604030504040204" pitchFamily="50" charset="-128"/>
                <a:cs typeface="Arial" pitchFamily="34" charset="-120"/>
              </a:rPr>
              <a:t>、</a:t>
            </a:r>
          </a:p>
          <a:p>
            <a:pPr>
              <a:lnSpc>
                <a:spcPct val="140000"/>
              </a:lnSpc>
            </a:pPr>
            <a:r>
              <a:rPr kumimoji="0" lang="en-US" sz="1500" b="1" kern="0" spc="63" dirty="0" err="1">
                <a:solidFill>
                  <a:srgbClr val="53476B"/>
                </a:solidFill>
                <a:latin typeface="メイリオ" panose="020B0604030504040204" pitchFamily="50" charset="-128"/>
                <a:ea typeface="メイリオ" panose="020B0604030504040204" pitchFamily="50" charset="-128"/>
                <a:cs typeface="Arial" pitchFamily="34" charset="-120"/>
              </a:rPr>
              <a:t>相手のそのCookieを奪える</a:t>
            </a:r>
            <a:r>
              <a:rPr kumimoji="0" lang="ja-JP" altLang="en-US" sz="1500" b="1" kern="0" spc="63" dirty="0">
                <a:solidFill>
                  <a:srgbClr val="53476B"/>
                </a:solidFill>
                <a:latin typeface="メイリオ" panose="020B0604030504040204" pitchFamily="50" charset="-128"/>
                <a:ea typeface="メイリオ" panose="020B0604030504040204" pitchFamily="50" charset="-128"/>
                <a:cs typeface="Arial" pitchFamily="34" charset="-120"/>
              </a:rPr>
              <a:t>。</a:t>
            </a:r>
            <a:endParaRPr kumimoji="0" lang="en-US" sz="1500" kern="0" spc="63" dirty="0">
              <a:solidFill>
                <a:srgbClr val="000000"/>
              </a:solidFill>
              <a:latin typeface="メイリオ" panose="020B0604030504040204" pitchFamily="50" charset="-128"/>
              <a:ea typeface="メイリオ" panose="020B0604030504040204" pitchFamily="50" charset="-128"/>
              <a:cs typeface="Arial" pitchFamily="34" charset="-120"/>
            </a:endParaRPr>
          </a:p>
          <a:p>
            <a:pPr>
              <a:lnSpc>
                <a:spcPct val="140000"/>
              </a:lnSpc>
            </a:pPr>
            <a:r>
              <a:rPr kumimoji="0" lang="en-US" sz="1500" kern="0" spc="63" dirty="0" err="1">
                <a:solidFill>
                  <a:srgbClr val="000000"/>
                </a:solidFill>
                <a:latin typeface="メイリオ" panose="020B0604030504040204" pitchFamily="50" charset="-128"/>
                <a:ea typeface="メイリオ" panose="020B0604030504040204" pitchFamily="50" charset="-128"/>
                <a:cs typeface="Arial" pitchFamily="34" charset="-120"/>
              </a:rPr>
              <a:t>相手のスコアは減少</a:t>
            </a:r>
            <a:r>
              <a:rPr kumimoji="0" lang="en-US" sz="1500" kern="0" spc="63" dirty="0">
                <a:solidFill>
                  <a:srgbClr val="000000"/>
                </a:solidFill>
                <a:latin typeface="メイリオ" panose="020B0604030504040204" pitchFamily="50" charset="-128"/>
                <a:ea typeface="メイリオ" panose="020B0604030504040204" pitchFamily="50" charset="-128"/>
                <a:cs typeface="Arial" pitchFamily="34" charset="-120"/>
              </a:rPr>
              <a:t>。</a:t>
            </a:r>
          </a:p>
        </p:txBody>
      </p:sp>
      <p:sp>
        <p:nvSpPr>
          <p:cNvPr id="18" name="Text 17">
            <a:extLst>
              <a:ext uri="{FF2B5EF4-FFF2-40B4-BE49-F238E27FC236}">
                <a16:creationId xmlns:a16="http://schemas.microsoft.com/office/drawing/2014/main" id="{7940EE66-4E41-E78F-3AE3-031ECC4A1DC8}"/>
              </a:ext>
            </a:extLst>
          </p:cNvPr>
          <p:cNvSpPr/>
          <p:nvPr/>
        </p:nvSpPr>
        <p:spPr>
          <a:xfrm>
            <a:off x="6517728" y="3977161"/>
            <a:ext cx="7129145" cy="234950"/>
          </a:xfrm>
          <a:prstGeom prst="rect">
            <a:avLst/>
          </a:prstGeom>
          <a:noFill/>
          <a:ln/>
        </p:spPr>
        <p:txBody>
          <a:bodyPr wrap="square" lIns="25400" tIns="25400" rIns="25400" bIns="25400" rtlCol="0" anchor="t">
            <a:normAutofit/>
          </a:bodyPr>
          <a:lstStyle/>
          <a:p>
            <a:r>
              <a:rPr kumimoji="0" lang="en-US" sz="1200" b="1" kern="0" spc="192" dirty="0">
                <a:solidFill>
                  <a:srgbClr val="53476B"/>
                </a:solidFill>
                <a:latin typeface="メイリオ" panose="020B0604030504040204" pitchFamily="50" charset="-128"/>
                <a:ea typeface="メイリオ" panose="020B0604030504040204" pitchFamily="50" charset="-128"/>
                <a:cs typeface="JetBrains Mono" pitchFamily="34" charset="-120"/>
              </a:rPr>
              <a:t>04 — HONEYPOT</a:t>
            </a:r>
            <a:endParaRPr kumimoji="0" lang="en-US" sz="1200" dirty="0">
              <a:solidFill>
                <a:prstClr val="black"/>
              </a:solidFill>
              <a:latin typeface="メイリオ" panose="020B0604030504040204" pitchFamily="50" charset="-128"/>
              <a:ea typeface="メイリオ" panose="020B0604030504040204" pitchFamily="50" charset="-128"/>
            </a:endParaRPr>
          </a:p>
        </p:txBody>
      </p:sp>
      <p:sp>
        <p:nvSpPr>
          <p:cNvPr id="19" name="Text 18">
            <a:extLst>
              <a:ext uri="{FF2B5EF4-FFF2-40B4-BE49-F238E27FC236}">
                <a16:creationId xmlns:a16="http://schemas.microsoft.com/office/drawing/2014/main" id="{8C6C0F17-4F1B-9990-02F0-955BE6A9906A}"/>
              </a:ext>
            </a:extLst>
          </p:cNvPr>
          <p:cNvSpPr/>
          <p:nvPr/>
        </p:nvSpPr>
        <p:spPr>
          <a:xfrm>
            <a:off x="6517728" y="4288311"/>
            <a:ext cx="7129145" cy="450850"/>
          </a:xfrm>
          <a:prstGeom prst="rect">
            <a:avLst/>
          </a:prstGeom>
          <a:noFill/>
          <a:ln/>
        </p:spPr>
        <p:txBody>
          <a:bodyPr wrap="square" lIns="25400" tIns="25400" rIns="25400" bIns="25400" rtlCol="0" anchor="t">
            <a:normAutofit/>
          </a:bodyPr>
          <a:lstStyle/>
          <a:p>
            <a:r>
              <a:rPr kumimoji="0" lang="en-US" sz="2250" b="1" kern="0" spc="180" dirty="0">
                <a:solidFill>
                  <a:srgbClr val="000000"/>
                </a:solidFill>
                <a:latin typeface="メイリオ" panose="020B0604030504040204" pitchFamily="50" charset="-128"/>
                <a:ea typeface="メイリオ" panose="020B0604030504040204" pitchFamily="50" charset="-128"/>
                <a:cs typeface="Arial" pitchFamily="34" charset="-120"/>
              </a:rPr>
              <a:t>罠サイト</a:t>
            </a:r>
            <a:endParaRPr kumimoji="0" lang="en-US" sz="2250" dirty="0">
              <a:solidFill>
                <a:prstClr val="black"/>
              </a:solidFill>
              <a:latin typeface="メイリオ" panose="020B0604030504040204" pitchFamily="50" charset="-128"/>
              <a:ea typeface="メイリオ" panose="020B0604030504040204" pitchFamily="50" charset="-128"/>
            </a:endParaRPr>
          </a:p>
        </p:txBody>
      </p:sp>
      <p:sp>
        <p:nvSpPr>
          <p:cNvPr id="20" name="Text 19">
            <a:extLst>
              <a:ext uri="{FF2B5EF4-FFF2-40B4-BE49-F238E27FC236}">
                <a16:creationId xmlns:a16="http://schemas.microsoft.com/office/drawing/2014/main" id="{39092A9C-C943-79C5-6388-08BEFE5D0CF9}"/>
              </a:ext>
            </a:extLst>
          </p:cNvPr>
          <p:cNvSpPr/>
          <p:nvPr/>
        </p:nvSpPr>
        <p:spPr>
          <a:xfrm>
            <a:off x="6517728" y="4815361"/>
            <a:ext cx="5385979" cy="1388479"/>
          </a:xfrm>
          <a:prstGeom prst="rect">
            <a:avLst/>
          </a:prstGeom>
          <a:noFill/>
          <a:ln/>
        </p:spPr>
        <p:txBody>
          <a:bodyPr wrap="square" lIns="25400" tIns="25400" rIns="25400" bIns="25400" rtlCol="0" anchor="t">
            <a:noAutofit/>
          </a:bodyPr>
          <a:lstStyle/>
          <a:p>
            <a:pPr>
              <a:lnSpc>
                <a:spcPct val="140000"/>
              </a:lnSpc>
            </a:pPr>
            <a:r>
              <a:rPr kumimoji="0" lang="en-US" sz="1500" kern="0" spc="63" dirty="0" err="1">
                <a:solidFill>
                  <a:srgbClr val="000000"/>
                </a:solidFill>
                <a:latin typeface="メイリオ" panose="020B0604030504040204" pitchFamily="50" charset="-128"/>
                <a:ea typeface="メイリオ" panose="020B0604030504040204" pitchFamily="50" charset="-128"/>
                <a:cs typeface="Arial" pitchFamily="34" charset="-120"/>
              </a:rPr>
              <a:t>本物そっくりの偽サイトが混じっている</a:t>
            </a:r>
            <a:r>
              <a:rPr kumimoji="0" lang="en-US" sz="1500" kern="0" spc="63" dirty="0">
                <a:solidFill>
                  <a:srgbClr val="000000"/>
                </a:solidFill>
                <a:latin typeface="メイリオ" panose="020B0604030504040204" pitchFamily="50" charset="-128"/>
                <a:ea typeface="メイリオ" panose="020B0604030504040204" pitchFamily="50" charset="-128"/>
                <a:cs typeface="Arial" pitchFamily="34" charset="-120"/>
              </a:rPr>
              <a:t>。</a:t>
            </a:r>
          </a:p>
          <a:p>
            <a:pPr>
              <a:lnSpc>
                <a:spcPct val="140000"/>
              </a:lnSpc>
            </a:pPr>
            <a:r>
              <a:rPr kumimoji="0" lang="en-US" sz="1500" kern="0" spc="63" dirty="0" err="1">
                <a:solidFill>
                  <a:srgbClr val="000000"/>
                </a:solidFill>
                <a:latin typeface="メイリオ" panose="020B0604030504040204" pitchFamily="50" charset="-128"/>
                <a:ea typeface="メイリオ" panose="020B0604030504040204" pitchFamily="50" charset="-128"/>
                <a:cs typeface="JetBrains Mono" pitchFamily="34" charset="-120"/>
              </a:rPr>
              <a:t>Secuure</a:t>
            </a:r>
            <a:r>
              <a:rPr kumimoji="0" lang="en-US" sz="1500" kern="0" spc="63" dirty="0">
                <a:solidFill>
                  <a:srgbClr val="000000"/>
                </a:solidFill>
                <a:latin typeface="メイリオ" panose="020B0604030504040204" pitchFamily="50" charset="-128"/>
                <a:ea typeface="メイリオ" panose="020B0604030504040204" pitchFamily="50" charset="-128"/>
                <a:cs typeface="JetBrains Mono" pitchFamily="34" charset="-120"/>
              </a:rPr>
              <a:t> </a:t>
            </a:r>
            <a:r>
              <a:rPr kumimoji="0" lang="en-US" sz="1500" kern="0" spc="63" dirty="0">
                <a:solidFill>
                  <a:srgbClr val="000000"/>
                </a:solidFill>
                <a:latin typeface="メイリオ" panose="020B0604030504040204" pitchFamily="50" charset="-128"/>
                <a:ea typeface="メイリオ" panose="020B0604030504040204" pitchFamily="50" charset="-128"/>
                <a:cs typeface="Arial" pitchFamily="34" charset="-120"/>
              </a:rPr>
              <a:t>Bank（uが2つ）など、訪問するとマイナス点。</a:t>
            </a:r>
          </a:p>
          <a:p>
            <a:pPr>
              <a:lnSpc>
                <a:spcPct val="140000"/>
              </a:lnSpc>
            </a:pPr>
            <a:r>
              <a:rPr kumimoji="0" lang="en-US" sz="1500" kern="0" spc="63" dirty="0" err="1">
                <a:solidFill>
                  <a:srgbClr val="000000"/>
                </a:solidFill>
                <a:latin typeface="メイリオ" panose="020B0604030504040204" pitchFamily="50" charset="-128"/>
                <a:ea typeface="メイリオ" panose="020B0604030504040204" pitchFamily="50" charset="-128"/>
                <a:cs typeface="Arial" pitchFamily="34" charset="-120"/>
              </a:rPr>
              <a:t>フィッシングを擬似体験</a:t>
            </a:r>
            <a:r>
              <a:rPr kumimoji="0" lang="en-US" sz="1500" kern="0" spc="63" dirty="0">
                <a:solidFill>
                  <a:srgbClr val="000000"/>
                </a:solidFill>
                <a:latin typeface="メイリオ" panose="020B0604030504040204" pitchFamily="50" charset="-128"/>
                <a:ea typeface="メイリオ" panose="020B0604030504040204" pitchFamily="50" charset="-128"/>
                <a:cs typeface="Arial" pitchFamily="34" charset="-120"/>
              </a:rPr>
              <a:t>。</a:t>
            </a:r>
            <a:endParaRPr kumimoji="0" lang="en-US" sz="1500" dirty="0">
              <a:solidFill>
                <a:prstClr val="black"/>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55580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5D14-BE3F-31F0-A986-D99E6DC89F0F}"/>
            </a:ext>
          </a:extLst>
        </p:cNvPr>
        <p:cNvGrpSpPr/>
        <p:nvPr/>
      </p:nvGrpSpPr>
      <p:grpSpPr>
        <a:xfrm>
          <a:off x="0" y="0"/>
          <a:ext cx="0" cy="0"/>
          <a:chOff x="0" y="0"/>
          <a:chExt cx="0" cy="0"/>
        </a:xfrm>
      </p:grpSpPr>
      <p:sp>
        <p:nvSpPr>
          <p:cNvPr id="58" name="AutoShape 2">
            <a:extLst>
              <a:ext uri="{FF2B5EF4-FFF2-40B4-BE49-F238E27FC236}">
                <a16:creationId xmlns:a16="http://schemas.microsoft.com/office/drawing/2014/main" id="{4B155712-5AD5-CCC3-02AD-9AE064E1B1A1}"/>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59" name="AutoShape 3">
            <a:extLst>
              <a:ext uri="{FF2B5EF4-FFF2-40B4-BE49-F238E27FC236}">
                <a16:creationId xmlns:a16="http://schemas.microsoft.com/office/drawing/2014/main" id="{169FDD65-65FF-0128-D269-3A61E47E171C}"/>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60" name="Group 4">
            <a:extLst>
              <a:ext uri="{FF2B5EF4-FFF2-40B4-BE49-F238E27FC236}">
                <a16:creationId xmlns:a16="http://schemas.microsoft.com/office/drawing/2014/main" id="{7DF015AB-0CFA-5969-51FC-62969DD4FDBA}"/>
              </a:ext>
            </a:extLst>
          </p:cNvPr>
          <p:cNvGrpSpPr/>
          <p:nvPr/>
        </p:nvGrpSpPr>
        <p:grpSpPr>
          <a:xfrm>
            <a:off x="347001" y="411790"/>
            <a:ext cx="591239" cy="89687"/>
            <a:chOff x="0" y="0"/>
            <a:chExt cx="233576" cy="35432"/>
          </a:xfrm>
        </p:grpSpPr>
        <p:sp>
          <p:nvSpPr>
            <p:cNvPr id="61" name="Freeform 5">
              <a:extLst>
                <a:ext uri="{FF2B5EF4-FFF2-40B4-BE49-F238E27FC236}">
                  <a16:creationId xmlns:a16="http://schemas.microsoft.com/office/drawing/2014/main" id="{F1CCEC64-16F7-AB33-D383-7F27B160F12E}"/>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2" name="TextBox 6">
              <a:extLst>
                <a:ext uri="{FF2B5EF4-FFF2-40B4-BE49-F238E27FC236}">
                  <a16:creationId xmlns:a16="http://schemas.microsoft.com/office/drawing/2014/main" id="{20023AF7-93F9-7027-684D-ECDADF9E623B}"/>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63" name="TextBox 13">
            <a:extLst>
              <a:ext uri="{FF2B5EF4-FFF2-40B4-BE49-F238E27FC236}">
                <a16:creationId xmlns:a16="http://schemas.microsoft.com/office/drawing/2014/main" id="{B9A6DCE7-2FB3-A21B-BE2F-D1BD51986B25}"/>
              </a:ext>
            </a:extLst>
          </p:cNvPr>
          <p:cNvSpPr txBox="1"/>
          <p:nvPr/>
        </p:nvSpPr>
        <p:spPr>
          <a:xfrm>
            <a:off x="1147975" y="295790"/>
            <a:ext cx="10697019" cy="617477"/>
          </a:xfrm>
          <a:prstGeom prst="rect">
            <a:avLst/>
          </a:prstGeom>
        </p:spPr>
        <p:txBody>
          <a:bodyPr wrap="square" lIns="0" tIns="0" rIns="0" bIns="0" rtlCol="0" anchor="t">
            <a:spAutoFit/>
          </a:bodyPr>
          <a:lstStyle/>
          <a:p>
            <a:pPr>
              <a:lnSpc>
                <a:spcPts val="4546"/>
              </a:lnSpc>
            </a:pP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実装ハイライト</a:t>
            </a:r>
            <a:r>
              <a:rPr kumimoji="1" lang="en-US" altLang="ja-JP" sz="2400" b="1" i="0" u="none" strike="noStrike" kern="1200" cap="none" spc="679"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Noto Sans JP Medium"/>
                <a:sym typeface="Noto Sans JP Medium"/>
              </a:rPr>
              <a:t>- Cookie</a:t>
            </a:r>
            <a:r>
              <a:rPr kumimoji="1" lang="ja-JP" altLang="en-US" sz="2400" b="1" i="0" u="none" strike="noStrike" kern="1200" cap="none" spc="679"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Noto Sans JP Medium"/>
                <a:sym typeface="Noto Sans JP Medium"/>
              </a:rPr>
              <a:t>発行</a:t>
            </a:r>
            <a:r>
              <a:rPr kumimoji="1" lang="en-US" altLang="ja-JP" sz="2400" b="1" i="0" u="none" strike="noStrike" kern="1200" cap="none" spc="679" normalizeH="0" baseline="0" noProof="0" dirty="0">
                <a:ln>
                  <a:noFill/>
                </a:ln>
                <a:solidFill>
                  <a:prstClr val="black">
                    <a:lumMod val="65000"/>
                    <a:lumOff val="35000"/>
                  </a:prstClr>
                </a:solidFill>
                <a:effectLst/>
                <a:uLnTx/>
                <a:uFillTx/>
                <a:latin typeface="メイリオ" panose="020B0604030504040204" pitchFamily="50" charset="-128"/>
                <a:ea typeface="メイリオ" panose="020B0604030504040204" pitchFamily="50" charset="-128"/>
                <a:cs typeface="Noto Sans JP Medium"/>
                <a:sym typeface="Noto Sans JP Medium"/>
              </a:rPr>
              <a:t>API</a:t>
            </a:r>
            <a:endParaRPr lang="en-US" altLang="ja-JP" sz="4800" b="1" spc="679" dirty="0">
              <a:solidFill>
                <a:schemeClr val="tx1">
                  <a:lumMod val="65000"/>
                  <a:lumOff val="35000"/>
                </a:schemeClr>
              </a:solidFill>
              <a:latin typeface="メイリオ" panose="020B0604030504040204" pitchFamily="50" charset="-128"/>
              <a:ea typeface="メイリオ" panose="020B0604030504040204" pitchFamily="50" charset="-128"/>
              <a:cs typeface="Noto Sans JP Medium"/>
              <a:sym typeface="Noto Sans JP Medium"/>
            </a:endParaRPr>
          </a:p>
        </p:txBody>
      </p:sp>
      <p:sp>
        <p:nvSpPr>
          <p:cNvPr id="177" name="スライド番号プレースホルダー 2">
            <a:extLst>
              <a:ext uri="{FF2B5EF4-FFF2-40B4-BE49-F238E27FC236}">
                <a16:creationId xmlns:a16="http://schemas.microsoft.com/office/drawing/2014/main" id="{42DF95FD-519B-681F-A50B-17BC3CE1EC63}"/>
              </a:ext>
            </a:extLst>
          </p:cNvPr>
          <p:cNvSpPr>
            <a:spLocks noGrp="1"/>
          </p:cNvSpPr>
          <p:nvPr>
            <p:ph type="sldNum" sz="quarter" idx="12"/>
          </p:nvPr>
        </p:nvSpPr>
        <p:spPr>
          <a:xfrm>
            <a:off x="8610600" y="6356350"/>
            <a:ext cx="2743200" cy="365125"/>
          </a:xfrm>
        </p:spPr>
        <p:txBody>
          <a:bodyPr/>
          <a:lstStyle/>
          <a:p>
            <a:fld id="{4E9148DC-F7ED-4428-85F4-2C78C4B0CFB7}" type="slidenum">
              <a:rPr lang="ja-JP" altLang="en-US" smtClean="0"/>
              <a:pPr/>
              <a:t>10</a:t>
            </a:fld>
            <a:endParaRPr lang="ja-JP" altLang="en-US" dirty="0"/>
          </a:p>
        </p:txBody>
      </p:sp>
      <p:sp>
        <p:nvSpPr>
          <p:cNvPr id="178" name="日付プレースホルダー 1">
            <a:extLst>
              <a:ext uri="{FF2B5EF4-FFF2-40B4-BE49-F238E27FC236}">
                <a16:creationId xmlns:a16="http://schemas.microsoft.com/office/drawing/2014/main" id="{5594C25A-C0F4-F2BD-7666-D0144060F0BC}"/>
              </a:ext>
            </a:extLst>
          </p:cNvPr>
          <p:cNvSpPr>
            <a:spLocks noGrp="1"/>
          </p:cNvSpPr>
          <p:nvPr>
            <p:ph type="dt" sz="half" idx="10"/>
          </p:nvPr>
        </p:nvSpPr>
        <p:spPr>
          <a:xfrm>
            <a:off x="838200" y="6356350"/>
            <a:ext cx="2743200" cy="365125"/>
          </a:xfrm>
        </p:spPr>
        <p:txBody>
          <a:bodyPr/>
          <a:lstStyle/>
          <a:p>
            <a:r>
              <a:rPr lang="en-US" altLang="ja-JP"/>
              <a:t>2026/07/09</a:t>
            </a:r>
            <a:endParaRPr lang="ja-JP" altLang="en-US"/>
          </a:p>
        </p:txBody>
      </p:sp>
      <p:sp>
        <p:nvSpPr>
          <p:cNvPr id="9" name="Text 4">
            <a:extLst>
              <a:ext uri="{FF2B5EF4-FFF2-40B4-BE49-F238E27FC236}">
                <a16:creationId xmlns:a16="http://schemas.microsoft.com/office/drawing/2014/main" id="{20AB0051-D98A-9B00-48B0-EF6C7138EC76}"/>
              </a:ext>
            </a:extLst>
          </p:cNvPr>
          <p:cNvSpPr/>
          <p:nvPr/>
        </p:nvSpPr>
        <p:spPr>
          <a:xfrm>
            <a:off x="938241" y="1698832"/>
            <a:ext cx="11129434" cy="708620"/>
          </a:xfrm>
          <a:prstGeom prst="rect">
            <a:avLst/>
          </a:prstGeom>
          <a:noFill/>
          <a:ln/>
        </p:spPr>
        <p:txBody>
          <a:bodyPr wrap="square" lIns="25400" tIns="25400" rIns="25400" bIns="25400" rtlCol="0" anchor="t">
            <a:noAutofit/>
          </a:bodyPr>
          <a:lstStyle/>
          <a:p>
            <a:pPr marL="0" indent="0" algn="l">
              <a:lnSpc>
                <a:spcPct val="160000"/>
              </a:lnSpc>
              <a:buNone/>
            </a:pPr>
            <a:r>
              <a:rPr lang="en-US" sz="1500" kern="0" spc="66" dirty="0">
                <a:solidFill>
                  <a:srgbClr val="000000"/>
                </a:solidFill>
                <a:latin typeface="メイリオ" panose="020B0604030504040204" pitchFamily="50" charset="-128"/>
                <a:ea typeface="メイリオ" panose="020B0604030504040204" pitchFamily="50" charset="-128"/>
                <a:cs typeface="Arial" pitchFamily="34" charset="-120"/>
              </a:rPr>
              <a:t>Next.js の API Route </a:t>
            </a:r>
            <a:r>
              <a:rPr lang="en-US" sz="1500" kern="0" spc="66" dirty="0" err="1">
                <a:solidFill>
                  <a:srgbClr val="000000"/>
                </a:solidFill>
                <a:latin typeface="メイリオ" panose="020B0604030504040204" pitchFamily="50" charset="-128"/>
                <a:ea typeface="メイリオ" panose="020B0604030504040204" pitchFamily="50" charset="-128"/>
                <a:cs typeface="Arial" pitchFamily="34" charset="-120"/>
              </a:rPr>
              <a:t>で</a:t>
            </a:r>
            <a:r>
              <a:rPr lang="en-US" sz="1500" b="1" kern="0" spc="66" dirty="0" err="1">
                <a:solidFill>
                  <a:srgbClr val="53476B"/>
                </a:solidFill>
                <a:latin typeface="メイリオ" panose="020B0604030504040204" pitchFamily="50" charset="-128"/>
                <a:ea typeface="メイリオ" panose="020B0604030504040204" pitchFamily="50" charset="-128"/>
                <a:cs typeface="JetBrains Mono" pitchFamily="34" charset="-120"/>
              </a:rPr>
              <a:t>Set-Cookie</a:t>
            </a:r>
            <a:r>
              <a:rPr lang="en-US" sz="1500" kern="0" spc="66" dirty="0" err="1">
                <a:solidFill>
                  <a:srgbClr val="000000"/>
                </a:solidFill>
                <a:latin typeface="メイリオ" panose="020B0604030504040204" pitchFamily="50" charset="-128"/>
                <a:ea typeface="メイリオ" panose="020B0604030504040204" pitchFamily="50" charset="-128"/>
                <a:cs typeface="Arial" pitchFamily="34" charset="-120"/>
              </a:rPr>
              <a:t>ヘッダを直接組み立てる</a:t>
            </a:r>
            <a:r>
              <a:rPr lang="en-US" sz="1500" kern="0" spc="66" dirty="0">
                <a:solidFill>
                  <a:srgbClr val="000000"/>
                </a:solidFill>
                <a:latin typeface="メイリオ" panose="020B0604030504040204" pitchFamily="50" charset="-128"/>
                <a:ea typeface="メイリオ" panose="020B0604030504040204" pitchFamily="50" charset="-128"/>
                <a:cs typeface="Arial" pitchFamily="34" charset="-120"/>
              </a:rPr>
              <a:t>。 </a:t>
            </a:r>
            <a:r>
              <a:rPr lang="en-US" sz="1500" kern="0" spc="66" dirty="0" err="1">
                <a:solidFill>
                  <a:srgbClr val="000000"/>
                </a:solidFill>
                <a:latin typeface="メイリオ" panose="020B0604030504040204" pitchFamily="50" charset="-128"/>
                <a:ea typeface="メイリオ" panose="020B0604030504040204" pitchFamily="50" charset="-128"/>
                <a:cs typeface="Arial" pitchFamily="34" charset="-120"/>
              </a:rPr>
              <a:t>これで</a:t>
            </a:r>
            <a:r>
              <a:rPr lang="en-US" sz="1500" b="1" kern="0" spc="66" dirty="0" err="1">
                <a:solidFill>
                  <a:srgbClr val="53476B"/>
                </a:solidFill>
                <a:latin typeface="メイリオ" panose="020B0604030504040204" pitchFamily="50" charset="-128"/>
                <a:ea typeface="メイリオ" panose="020B0604030504040204" pitchFamily="50" charset="-128"/>
                <a:cs typeface="Arial" pitchFamily="34" charset="-120"/>
              </a:rPr>
              <a:t>本物のCookie</a:t>
            </a:r>
            <a:r>
              <a:rPr lang="en-US" sz="1500" kern="0" spc="66" dirty="0" err="1">
                <a:solidFill>
                  <a:srgbClr val="000000"/>
                </a:solidFill>
                <a:latin typeface="メイリオ" panose="020B0604030504040204" pitchFamily="50" charset="-128"/>
                <a:ea typeface="メイリオ" panose="020B0604030504040204" pitchFamily="50" charset="-128"/>
                <a:cs typeface="Arial" pitchFamily="34" charset="-120"/>
              </a:rPr>
              <a:t>がプレイヤーのブラウザに保存される</a:t>
            </a:r>
            <a:r>
              <a:rPr lang="en-US" sz="1500" kern="0" spc="66"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sz="1500" dirty="0">
              <a:latin typeface="メイリオ" panose="020B0604030504040204" pitchFamily="50" charset="-128"/>
              <a:ea typeface="メイリオ" panose="020B0604030504040204" pitchFamily="50" charset="-128"/>
            </a:endParaRPr>
          </a:p>
        </p:txBody>
      </p:sp>
      <p:sp>
        <p:nvSpPr>
          <p:cNvPr id="13" name="Text 52">
            <a:extLst>
              <a:ext uri="{FF2B5EF4-FFF2-40B4-BE49-F238E27FC236}">
                <a16:creationId xmlns:a16="http://schemas.microsoft.com/office/drawing/2014/main" id="{0F6EA4CF-8C75-3F3A-5ECD-F8D1B91B828F}"/>
              </a:ext>
            </a:extLst>
          </p:cNvPr>
          <p:cNvSpPr/>
          <p:nvPr/>
        </p:nvSpPr>
        <p:spPr>
          <a:xfrm>
            <a:off x="976652" y="4728411"/>
            <a:ext cx="11091024" cy="1627936"/>
          </a:xfrm>
          <a:prstGeom prst="rect">
            <a:avLst/>
          </a:prstGeom>
          <a:noFill/>
          <a:ln/>
        </p:spPr>
        <p:txBody>
          <a:bodyPr wrap="square" lIns="25400" tIns="25400" rIns="25400" bIns="25400" rtlCol="0" anchor="t">
            <a:noAutofit/>
          </a:bodyPr>
          <a:lstStyle/>
          <a:p>
            <a:pPr marL="0" indent="0" algn="l">
              <a:lnSpc>
                <a:spcPct val="160000"/>
              </a:lnSpc>
              <a:buNone/>
            </a:pPr>
            <a:r>
              <a:rPr lang="en-US" sz="1500" b="1" kern="0" spc="66" dirty="0" err="1">
                <a:solidFill>
                  <a:srgbClr val="53476B"/>
                </a:solidFill>
                <a:latin typeface="メイリオ" panose="020B0604030504040204" pitchFamily="50" charset="-128"/>
                <a:ea typeface="メイリオ" panose="020B0604030504040204" pitchFamily="50" charset="-128"/>
                <a:cs typeface="Arial" pitchFamily="34" charset="-120"/>
              </a:rPr>
              <a:t>Point.</a:t>
            </a:r>
            <a:r>
              <a:rPr lang="en-US" sz="1500" kern="0" spc="66" dirty="0" err="1">
                <a:solidFill>
                  <a:srgbClr val="000000"/>
                </a:solidFill>
                <a:latin typeface="メイリオ" panose="020B0604030504040204" pitchFamily="50" charset="-128"/>
                <a:ea typeface="メイリオ" panose="020B0604030504040204" pitchFamily="50" charset="-128"/>
                <a:cs typeface="Arial" pitchFamily="34" charset="-120"/>
              </a:rPr>
              <a:t>ゲームスコア（サーバ管理）と実Cookie（ブラウザ管理）は独立</a:t>
            </a:r>
            <a:r>
              <a:rPr lang="en-US" sz="1500" kern="0" spc="66" dirty="0">
                <a:solidFill>
                  <a:srgbClr val="000000"/>
                </a:solidFill>
                <a:latin typeface="メイリオ" panose="020B0604030504040204" pitchFamily="50" charset="-128"/>
                <a:ea typeface="メイリオ" panose="020B0604030504040204" pitchFamily="50" charset="-128"/>
                <a:cs typeface="Arial" pitchFamily="34" charset="-120"/>
              </a:rPr>
              <a:t>。</a:t>
            </a:r>
          </a:p>
          <a:p>
            <a:pPr marL="0" indent="0" algn="l">
              <a:lnSpc>
                <a:spcPct val="160000"/>
              </a:lnSpc>
              <a:buNone/>
            </a:pPr>
            <a:r>
              <a:rPr lang="en-US" sz="1500" kern="0" spc="66" dirty="0" err="1">
                <a:solidFill>
                  <a:srgbClr val="000000"/>
                </a:solidFill>
                <a:latin typeface="メイリオ" panose="020B0604030504040204" pitchFamily="50" charset="-128"/>
                <a:ea typeface="メイリオ" panose="020B0604030504040204" pitchFamily="50" charset="-128"/>
                <a:cs typeface="Arial" pitchFamily="34" charset="-120"/>
              </a:rPr>
              <a:t>奪取時も実Cookieは消さず、ゲーム状態だけが移動する</a:t>
            </a:r>
            <a:r>
              <a:rPr lang="en-US" sz="1500" kern="0" spc="66" dirty="0">
                <a:solidFill>
                  <a:srgbClr val="000000"/>
                </a:solidFill>
                <a:latin typeface="メイリオ" panose="020B0604030504040204" pitchFamily="50" charset="-128"/>
                <a:ea typeface="メイリオ" panose="020B0604030504040204" pitchFamily="50" charset="-128"/>
                <a:cs typeface="Arial" pitchFamily="34" charset="-120"/>
              </a:rPr>
              <a:t>。</a:t>
            </a:r>
            <a:endParaRPr lang="en-US" sz="1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91836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C4C55-D559-140A-A0C9-5CCDD8F4B036}"/>
            </a:ext>
          </a:extLst>
        </p:cNvPr>
        <p:cNvGrpSpPr/>
        <p:nvPr/>
      </p:nvGrpSpPr>
      <p:grpSpPr>
        <a:xfrm>
          <a:off x="0" y="0"/>
          <a:ext cx="0" cy="0"/>
          <a:chOff x="0" y="0"/>
          <a:chExt cx="0" cy="0"/>
        </a:xfrm>
      </p:grpSpPr>
      <p:sp>
        <p:nvSpPr>
          <p:cNvPr id="58" name="AutoShape 2">
            <a:extLst>
              <a:ext uri="{FF2B5EF4-FFF2-40B4-BE49-F238E27FC236}">
                <a16:creationId xmlns:a16="http://schemas.microsoft.com/office/drawing/2014/main" id="{9B5DA5E1-C0D3-4112-4A97-89036F56AAC5}"/>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59" name="AutoShape 3">
            <a:extLst>
              <a:ext uri="{FF2B5EF4-FFF2-40B4-BE49-F238E27FC236}">
                <a16:creationId xmlns:a16="http://schemas.microsoft.com/office/drawing/2014/main" id="{5D1362A9-E135-8A45-8620-6DB46B1BFBD1}"/>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60" name="Group 4">
            <a:extLst>
              <a:ext uri="{FF2B5EF4-FFF2-40B4-BE49-F238E27FC236}">
                <a16:creationId xmlns:a16="http://schemas.microsoft.com/office/drawing/2014/main" id="{F5B735B6-0341-F907-9095-880042DB1156}"/>
              </a:ext>
            </a:extLst>
          </p:cNvPr>
          <p:cNvGrpSpPr/>
          <p:nvPr/>
        </p:nvGrpSpPr>
        <p:grpSpPr>
          <a:xfrm>
            <a:off x="347001" y="411790"/>
            <a:ext cx="591239" cy="89687"/>
            <a:chOff x="0" y="0"/>
            <a:chExt cx="233576" cy="35432"/>
          </a:xfrm>
        </p:grpSpPr>
        <p:sp>
          <p:nvSpPr>
            <p:cNvPr id="61" name="Freeform 5">
              <a:extLst>
                <a:ext uri="{FF2B5EF4-FFF2-40B4-BE49-F238E27FC236}">
                  <a16:creationId xmlns:a16="http://schemas.microsoft.com/office/drawing/2014/main" id="{B0612BB5-E32B-75D9-6A99-1032A7019F04}"/>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2" name="TextBox 6">
              <a:extLst>
                <a:ext uri="{FF2B5EF4-FFF2-40B4-BE49-F238E27FC236}">
                  <a16:creationId xmlns:a16="http://schemas.microsoft.com/office/drawing/2014/main" id="{828A80DB-A926-A5DA-5C92-2FAC32EE0FF8}"/>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63" name="TextBox 13">
            <a:extLst>
              <a:ext uri="{FF2B5EF4-FFF2-40B4-BE49-F238E27FC236}">
                <a16:creationId xmlns:a16="http://schemas.microsoft.com/office/drawing/2014/main" id="{E9C48EF0-642E-0E64-1CE4-7F7815EFEA1F}"/>
              </a:ext>
            </a:extLst>
          </p:cNvPr>
          <p:cNvSpPr txBox="1"/>
          <p:nvPr/>
        </p:nvSpPr>
        <p:spPr>
          <a:xfrm>
            <a:off x="1147975" y="295790"/>
            <a:ext cx="10697019" cy="617477"/>
          </a:xfrm>
          <a:prstGeom prst="rect">
            <a:avLst/>
          </a:prstGeom>
        </p:spPr>
        <p:txBody>
          <a:bodyPr wrap="square" lIns="0" tIns="0" rIns="0" bIns="0" rtlCol="0" anchor="t">
            <a:spAutoFit/>
          </a:bodyPr>
          <a:lstStyle/>
          <a:p>
            <a:pPr>
              <a:lnSpc>
                <a:spcPts val="4546"/>
              </a:lnSpc>
            </a:pP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デモ</a:t>
            </a:r>
            <a:endParaRPr lang="en-US" altLang="ja-JP" sz="4800" b="1" spc="679" dirty="0">
              <a:solidFill>
                <a:schemeClr val="tx1">
                  <a:lumMod val="65000"/>
                  <a:lumOff val="35000"/>
                </a:schemeClr>
              </a:solidFill>
              <a:latin typeface="メイリオ" panose="020B0604030504040204" pitchFamily="50" charset="-128"/>
              <a:ea typeface="メイリオ" panose="020B0604030504040204" pitchFamily="50" charset="-128"/>
              <a:cs typeface="Noto Sans JP Medium"/>
              <a:sym typeface="Noto Sans JP Medium"/>
            </a:endParaRPr>
          </a:p>
        </p:txBody>
      </p:sp>
      <p:sp>
        <p:nvSpPr>
          <p:cNvPr id="177" name="スライド番号プレースホルダー 2">
            <a:extLst>
              <a:ext uri="{FF2B5EF4-FFF2-40B4-BE49-F238E27FC236}">
                <a16:creationId xmlns:a16="http://schemas.microsoft.com/office/drawing/2014/main" id="{9A8470C7-5722-C525-E24D-752BA996144E}"/>
              </a:ext>
            </a:extLst>
          </p:cNvPr>
          <p:cNvSpPr>
            <a:spLocks noGrp="1"/>
          </p:cNvSpPr>
          <p:nvPr>
            <p:ph type="sldNum" sz="quarter" idx="12"/>
          </p:nvPr>
        </p:nvSpPr>
        <p:spPr>
          <a:xfrm>
            <a:off x="8610600" y="6356350"/>
            <a:ext cx="2743200" cy="365125"/>
          </a:xfrm>
        </p:spPr>
        <p:txBody>
          <a:bodyPr/>
          <a:lstStyle/>
          <a:p>
            <a:fld id="{4E9148DC-F7ED-4428-85F4-2C78C4B0CFB7}" type="slidenum">
              <a:rPr lang="ja-JP" altLang="en-US" smtClean="0"/>
              <a:pPr/>
              <a:t>11</a:t>
            </a:fld>
            <a:endParaRPr lang="ja-JP" altLang="en-US" dirty="0"/>
          </a:p>
        </p:txBody>
      </p:sp>
      <p:sp>
        <p:nvSpPr>
          <p:cNvPr id="178" name="日付プレースホルダー 1">
            <a:extLst>
              <a:ext uri="{FF2B5EF4-FFF2-40B4-BE49-F238E27FC236}">
                <a16:creationId xmlns:a16="http://schemas.microsoft.com/office/drawing/2014/main" id="{D1C37D58-B2FB-A57A-390B-84A0080A7968}"/>
              </a:ext>
            </a:extLst>
          </p:cNvPr>
          <p:cNvSpPr>
            <a:spLocks noGrp="1"/>
          </p:cNvSpPr>
          <p:nvPr>
            <p:ph type="dt" sz="half" idx="10"/>
          </p:nvPr>
        </p:nvSpPr>
        <p:spPr>
          <a:xfrm>
            <a:off x="838200" y="6356350"/>
            <a:ext cx="2743200" cy="365125"/>
          </a:xfrm>
        </p:spPr>
        <p:txBody>
          <a:bodyPr/>
          <a:lstStyle/>
          <a:p>
            <a:r>
              <a:rPr lang="en-US" altLang="ja-JP"/>
              <a:t>2026/07/09</a:t>
            </a:r>
            <a:endParaRPr lang="ja-JP" altLang="en-US"/>
          </a:p>
        </p:txBody>
      </p:sp>
    </p:spTree>
    <p:extLst>
      <p:ext uri="{BB962C8B-B14F-4D97-AF65-F5344CB8AC3E}">
        <p14:creationId xmlns:p14="http://schemas.microsoft.com/office/powerpoint/2010/main" val="140818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9719A-1FD8-EB19-2E52-673F6029D7BF}"/>
            </a:ext>
          </a:extLst>
        </p:cNvPr>
        <p:cNvGrpSpPr/>
        <p:nvPr/>
      </p:nvGrpSpPr>
      <p:grpSpPr>
        <a:xfrm>
          <a:off x="0" y="0"/>
          <a:ext cx="0" cy="0"/>
          <a:chOff x="0" y="0"/>
          <a:chExt cx="0" cy="0"/>
        </a:xfrm>
      </p:grpSpPr>
      <p:sp>
        <p:nvSpPr>
          <p:cNvPr id="58" name="AutoShape 2">
            <a:extLst>
              <a:ext uri="{FF2B5EF4-FFF2-40B4-BE49-F238E27FC236}">
                <a16:creationId xmlns:a16="http://schemas.microsoft.com/office/drawing/2014/main" id="{F24DBD72-54D5-BF89-123C-EDB2A584A2CB}"/>
              </a:ext>
            </a:extLst>
          </p:cNvPr>
          <p:cNvSpPr/>
          <p:nvPr/>
        </p:nvSpPr>
        <p:spPr>
          <a:xfrm>
            <a:off x="488325" y="0"/>
            <a:ext cx="0" cy="6858000"/>
          </a:xfrm>
          <a:prstGeom prst="line">
            <a:avLst/>
          </a:prstGeom>
          <a:ln w="19050" cap="flat">
            <a:solidFill>
              <a:srgbClr val="53476B"/>
            </a:solidFill>
            <a:prstDash val="solid"/>
            <a:headEnd type="none" w="sm" len="sm"/>
            <a:tailEnd type="none" w="sm" len="sm"/>
          </a:ln>
        </p:spPr>
        <p:txBody>
          <a:bodyPr/>
          <a:lstStyle/>
          <a:p>
            <a:endParaRPr lang="ja-JP" altLang="en-US" sz="1200"/>
          </a:p>
        </p:txBody>
      </p:sp>
      <p:sp>
        <p:nvSpPr>
          <p:cNvPr id="59" name="AutoShape 3">
            <a:extLst>
              <a:ext uri="{FF2B5EF4-FFF2-40B4-BE49-F238E27FC236}">
                <a16:creationId xmlns:a16="http://schemas.microsoft.com/office/drawing/2014/main" id="{F28CEAF3-794C-863D-9EDA-F00E4411A7EC}"/>
              </a:ext>
            </a:extLst>
          </p:cNvPr>
          <p:cNvSpPr/>
          <p:nvPr/>
        </p:nvSpPr>
        <p:spPr>
          <a:xfrm flipV="1">
            <a:off x="0" y="913267"/>
            <a:ext cx="12192000" cy="0"/>
          </a:xfrm>
          <a:prstGeom prst="line">
            <a:avLst/>
          </a:prstGeom>
          <a:ln w="19050" cap="flat">
            <a:solidFill>
              <a:srgbClr val="53476B"/>
            </a:solidFill>
            <a:prstDash val="solid"/>
            <a:headEnd type="none" w="sm" len="sm"/>
            <a:tailEnd type="none" w="sm" len="sm"/>
          </a:ln>
        </p:spPr>
        <p:txBody>
          <a:bodyPr/>
          <a:lstStyle/>
          <a:p>
            <a:endParaRPr lang="ja-JP" altLang="en-US" sz="1200"/>
          </a:p>
        </p:txBody>
      </p:sp>
      <p:grpSp>
        <p:nvGrpSpPr>
          <p:cNvPr id="60" name="Group 4">
            <a:extLst>
              <a:ext uri="{FF2B5EF4-FFF2-40B4-BE49-F238E27FC236}">
                <a16:creationId xmlns:a16="http://schemas.microsoft.com/office/drawing/2014/main" id="{6FD9BF19-8327-0C5F-7B01-1F49FB12DDAB}"/>
              </a:ext>
            </a:extLst>
          </p:cNvPr>
          <p:cNvGrpSpPr/>
          <p:nvPr/>
        </p:nvGrpSpPr>
        <p:grpSpPr>
          <a:xfrm>
            <a:off x="347001" y="411790"/>
            <a:ext cx="591239" cy="89687"/>
            <a:chOff x="0" y="0"/>
            <a:chExt cx="233576" cy="35432"/>
          </a:xfrm>
        </p:grpSpPr>
        <p:sp>
          <p:nvSpPr>
            <p:cNvPr id="61" name="Freeform 5">
              <a:extLst>
                <a:ext uri="{FF2B5EF4-FFF2-40B4-BE49-F238E27FC236}">
                  <a16:creationId xmlns:a16="http://schemas.microsoft.com/office/drawing/2014/main" id="{BB0E0358-3B15-49FB-BBEF-41ED8E041FFB}"/>
                </a:ext>
              </a:extLst>
            </p:cNvPr>
            <p:cNvSpPr/>
            <p:nvPr/>
          </p:nvSpPr>
          <p:spPr>
            <a:xfrm>
              <a:off x="0" y="0"/>
              <a:ext cx="233576" cy="35432"/>
            </a:xfrm>
            <a:custGeom>
              <a:avLst/>
              <a:gdLst/>
              <a:ahLst/>
              <a:cxnLst/>
              <a:rect l="l" t="t" r="r" b="b"/>
              <a:pathLst>
                <a:path w="233576" h="35432">
                  <a:moveTo>
                    <a:pt x="0" y="0"/>
                  </a:moveTo>
                  <a:lnTo>
                    <a:pt x="233576" y="0"/>
                  </a:lnTo>
                  <a:lnTo>
                    <a:pt x="233576" y="35432"/>
                  </a:lnTo>
                  <a:lnTo>
                    <a:pt x="0" y="35432"/>
                  </a:lnTo>
                  <a:close/>
                </a:path>
              </a:pathLst>
            </a:custGeom>
            <a:gradFill rotWithShape="1">
              <a:gsLst>
                <a:gs pos="0">
                  <a:srgbClr val="53476B">
                    <a:alpha val="100000"/>
                  </a:srgbClr>
                </a:gs>
                <a:gs pos="100000">
                  <a:srgbClr val="A098B0">
                    <a:alpha val="100000"/>
                  </a:srgbClr>
                </a:gs>
              </a:gsLst>
              <a:lin ang="2700000"/>
            </a:gradFill>
            <a:ln cap="sq">
              <a:noFill/>
              <a:prstDash val="solid"/>
              <a:miter/>
            </a:ln>
          </p:spPr>
          <p:txBody>
            <a:bodyPr/>
            <a:lstStyle/>
            <a:p>
              <a:endParaRPr lang="ja-JP" altLang="en-US" sz="1200"/>
            </a:p>
          </p:txBody>
        </p:sp>
        <p:sp>
          <p:nvSpPr>
            <p:cNvPr id="62" name="TextBox 6">
              <a:extLst>
                <a:ext uri="{FF2B5EF4-FFF2-40B4-BE49-F238E27FC236}">
                  <a16:creationId xmlns:a16="http://schemas.microsoft.com/office/drawing/2014/main" id="{99AD3E49-0288-096E-3B23-BD462652C783}"/>
                </a:ext>
              </a:extLst>
            </p:cNvPr>
            <p:cNvSpPr txBox="1"/>
            <p:nvPr/>
          </p:nvSpPr>
          <p:spPr>
            <a:xfrm>
              <a:off x="0" y="-219075"/>
              <a:ext cx="233576" cy="254507"/>
            </a:xfrm>
            <a:prstGeom prst="rect">
              <a:avLst/>
            </a:prstGeom>
          </p:spPr>
          <p:txBody>
            <a:bodyPr lIns="33867" tIns="33867" rIns="33867" bIns="33867" rtlCol="0" anchor="ctr"/>
            <a:lstStyle/>
            <a:p>
              <a:pPr algn="ctr">
                <a:lnSpc>
                  <a:spcPts val="1773"/>
                </a:lnSpc>
                <a:spcBef>
                  <a:spcPct val="0"/>
                </a:spcBef>
              </a:pPr>
              <a:endParaRPr sz="1200"/>
            </a:p>
          </p:txBody>
        </p:sp>
      </p:grpSp>
      <p:sp>
        <p:nvSpPr>
          <p:cNvPr id="63" name="TextBox 13">
            <a:extLst>
              <a:ext uri="{FF2B5EF4-FFF2-40B4-BE49-F238E27FC236}">
                <a16:creationId xmlns:a16="http://schemas.microsoft.com/office/drawing/2014/main" id="{9ADEC877-122F-FEF8-646D-5AE6E7ACD9E6}"/>
              </a:ext>
            </a:extLst>
          </p:cNvPr>
          <p:cNvSpPr txBox="1"/>
          <p:nvPr/>
        </p:nvSpPr>
        <p:spPr>
          <a:xfrm>
            <a:off x="1147975" y="295790"/>
            <a:ext cx="10697019" cy="617477"/>
          </a:xfrm>
          <a:prstGeom prst="rect">
            <a:avLst/>
          </a:prstGeom>
        </p:spPr>
        <p:txBody>
          <a:bodyPr wrap="square" lIns="0" tIns="0" rIns="0" bIns="0" rtlCol="0" anchor="t">
            <a:spAutoFit/>
          </a:bodyPr>
          <a:lstStyle/>
          <a:p>
            <a:pPr>
              <a:lnSpc>
                <a:spcPts val="4546"/>
              </a:lnSpc>
            </a:pPr>
            <a:r>
              <a:rPr lang="ja-JP" altLang="en-US" sz="4800" b="1" spc="679" dirty="0">
                <a:latin typeface="メイリオ" panose="020B0604030504040204" pitchFamily="50" charset="-128"/>
                <a:ea typeface="メイリオ" panose="020B0604030504040204" pitchFamily="50" charset="-128"/>
                <a:cs typeface="Noto Sans JP Medium"/>
                <a:sym typeface="Noto Sans JP Medium"/>
              </a:rPr>
              <a:t>考察・まとめ</a:t>
            </a:r>
            <a:endParaRPr lang="en-US" altLang="ja-JP" sz="4800" b="1" spc="679" dirty="0">
              <a:solidFill>
                <a:schemeClr val="tx1">
                  <a:lumMod val="65000"/>
                  <a:lumOff val="35000"/>
                </a:schemeClr>
              </a:solidFill>
              <a:latin typeface="メイリオ" panose="020B0604030504040204" pitchFamily="50" charset="-128"/>
              <a:ea typeface="メイリオ" panose="020B0604030504040204" pitchFamily="50" charset="-128"/>
              <a:cs typeface="Noto Sans JP Medium"/>
              <a:sym typeface="Noto Sans JP Medium"/>
            </a:endParaRPr>
          </a:p>
        </p:txBody>
      </p:sp>
      <p:sp>
        <p:nvSpPr>
          <p:cNvPr id="177" name="スライド番号プレースホルダー 2">
            <a:extLst>
              <a:ext uri="{FF2B5EF4-FFF2-40B4-BE49-F238E27FC236}">
                <a16:creationId xmlns:a16="http://schemas.microsoft.com/office/drawing/2014/main" id="{61EDDFE2-AC60-AB09-C95E-30688CA99962}"/>
              </a:ext>
            </a:extLst>
          </p:cNvPr>
          <p:cNvSpPr>
            <a:spLocks noGrp="1"/>
          </p:cNvSpPr>
          <p:nvPr>
            <p:ph type="sldNum" sz="quarter" idx="12"/>
          </p:nvPr>
        </p:nvSpPr>
        <p:spPr>
          <a:xfrm>
            <a:off x="8610600" y="6356350"/>
            <a:ext cx="2743200" cy="365125"/>
          </a:xfrm>
        </p:spPr>
        <p:txBody>
          <a:bodyPr/>
          <a:lstStyle/>
          <a:p>
            <a:fld id="{4E9148DC-F7ED-4428-85F4-2C78C4B0CFB7}" type="slidenum">
              <a:rPr lang="ja-JP" altLang="en-US" smtClean="0"/>
              <a:pPr/>
              <a:t>12</a:t>
            </a:fld>
            <a:endParaRPr lang="ja-JP" altLang="en-US" dirty="0"/>
          </a:p>
        </p:txBody>
      </p:sp>
      <p:sp>
        <p:nvSpPr>
          <p:cNvPr id="178" name="日付プレースホルダー 1">
            <a:extLst>
              <a:ext uri="{FF2B5EF4-FFF2-40B4-BE49-F238E27FC236}">
                <a16:creationId xmlns:a16="http://schemas.microsoft.com/office/drawing/2014/main" id="{DB4C7FCC-CD6E-767B-3390-DEAE70C3993E}"/>
              </a:ext>
            </a:extLst>
          </p:cNvPr>
          <p:cNvSpPr>
            <a:spLocks noGrp="1"/>
          </p:cNvSpPr>
          <p:nvPr>
            <p:ph type="dt" sz="half" idx="10"/>
          </p:nvPr>
        </p:nvSpPr>
        <p:spPr>
          <a:xfrm>
            <a:off x="838200" y="6356350"/>
            <a:ext cx="2743200" cy="365125"/>
          </a:xfrm>
        </p:spPr>
        <p:txBody>
          <a:bodyPr/>
          <a:lstStyle/>
          <a:p>
            <a:r>
              <a:rPr lang="en-US" altLang="ja-JP"/>
              <a:t>2026/07/09</a:t>
            </a:r>
            <a:endParaRPr lang="ja-JP" altLang="en-US"/>
          </a:p>
        </p:txBody>
      </p:sp>
      <p:sp>
        <p:nvSpPr>
          <p:cNvPr id="2" name="Shape 4">
            <a:extLst>
              <a:ext uri="{FF2B5EF4-FFF2-40B4-BE49-F238E27FC236}">
                <a16:creationId xmlns:a16="http://schemas.microsoft.com/office/drawing/2014/main" id="{8373C25C-6160-FA1B-2661-009B0DA8E129}"/>
              </a:ext>
            </a:extLst>
          </p:cNvPr>
          <p:cNvSpPr/>
          <p:nvPr/>
        </p:nvSpPr>
        <p:spPr>
          <a:xfrm>
            <a:off x="846674" y="2010683"/>
            <a:ext cx="3420000" cy="36000"/>
          </a:xfrm>
          <a:prstGeom prst="rect">
            <a:avLst/>
          </a:prstGeom>
          <a:solidFill>
            <a:srgbClr val="53476B"/>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4" name="Text 6">
            <a:extLst>
              <a:ext uri="{FF2B5EF4-FFF2-40B4-BE49-F238E27FC236}">
                <a16:creationId xmlns:a16="http://schemas.microsoft.com/office/drawing/2014/main" id="{A8BF2244-05F6-27F5-A281-0E7214D99E0F}"/>
              </a:ext>
            </a:extLst>
          </p:cNvPr>
          <p:cNvSpPr/>
          <p:nvPr/>
        </p:nvSpPr>
        <p:spPr>
          <a:xfrm>
            <a:off x="846674" y="2089187"/>
            <a:ext cx="3600000" cy="41146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kern="0" spc="126" dirty="0">
                <a:solidFill>
                  <a:srgbClr val="000000"/>
                </a:solidFill>
                <a:latin typeface="メイリオ" panose="020B0604030504040204" pitchFamily="50" charset="-128"/>
                <a:ea typeface="メイリオ" panose="020B0604030504040204" pitchFamily="50" charset="-128"/>
                <a:cs typeface="Arial" pitchFamily="34" charset="-120"/>
              </a:rPr>
              <a:t>Cookieは"状態"の道具</a:t>
            </a:r>
            <a:endParaRPr lang="en-US" sz="2100" dirty="0">
              <a:latin typeface="メイリオ" panose="020B0604030504040204" pitchFamily="50" charset="-128"/>
              <a:ea typeface="メイリオ" panose="020B0604030504040204" pitchFamily="50" charset="-128"/>
            </a:endParaRPr>
          </a:p>
        </p:txBody>
      </p:sp>
      <p:sp>
        <p:nvSpPr>
          <p:cNvPr id="5" name="Text 7">
            <a:extLst>
              <a:ext uri="{FF2B5EF4-FFF2-40B4-BE49-F238E27FC236}">
                <a16:creationId xmlns:a16="http://schemas.microsoft.com/office/drawing/2014/main" id="{14C15EC8-3D0E-3412-B7F2-8293E5FE66B6}"/>
              </a:ext>
            </a:extLst>
          </p:cNvPr>
          <p:cNvSpPr/>
          <p:nvPr/>
        </p:nvSpPr>
        <p:spPr>
          <a:xfrm>
            <a:off x="838200" y="2647053"/>
            <a:ext cx="3974432" cy="2358081"/>
          </a:xfrm>
          <a:prstGeom prst="rect">
            <a:avLst/>
          </a:prstGeom>
          <a:noFill/>
          <a:ln/>
        </p:spPr>
        <p:txBody>
          <a:bodyPr wrap="square" lIns="25400" tIns="25400" rIns="25400" bIns="25400" rtlCol="0" anchor="t">
            <a:noAutofit/>
          </a:bodyPr>
          <a:lstStyle/>
          <a:p>
            <a:pPr marL="0" indent="0" algn="l">
              <a:lnSpc>
                <a:spcPct val="160000"/>
              </a:lnSpc>
              <a:buNone/>
            </a:pPr>
            <a:r>
              <a:rPr lang="en-US" sz="1500" kern="0" spc="45" dirty="0" err="1">
                <a:solidFill>
                  <a:srgbClr val="6B6478"/>
                </a:solidFill>
                <a:latin typeface="メイリオ" panose="020B0604030504040204" pitchFamily="50" charset="-128"/>
                <a:ea typeface="メイリオ" panose="020B0604030504040204" pitchFamily="50" charset="-128"/>
                <a:cs typeface="Arial" pitchFamily="34" charset="-120"/>
              </a:rPr>
              <a:t>HTTPはステートレス</a:t>
            </a: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a:t>
            </a:r>
          </a:p>
          <a:p>
            <a:pPr marL="0" indent="0" algn="l">
              <a:lnSpc>
                <a:spcPct val="160000"/>
              </a:lnSpc>
              <a:buNone/>
            </a:pPr>
            <a:r>
              <a:rPr lang="en-US" sz="1500" kern="0" spc="45" dirty="0">
                <a:solidFill>
                  <a:srgbClr val="6B6478"/>
                </a:solidFill>
                <a:latin typeface="メイリオ" panose="020B0604030504040204" pitchFamily="50" charset="-128"/>
                <a:ea typeface="メイリオ" panose="020B0604030504040204" pitchFamily="50" charset="-128"/>
                <a:cs typeface="JetBrains Mono" pitchFamily="34" charset="-120"/>
              </a:rPr>
              <a:t>Set-Cookie </a:t>
            </a: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 </a:t>
            </a:r>
            <a:r>
              <a:rPr lang="en-US" sz="1500" kern="0" spc="45" dirty="0">
                <a:solidFill>
                  <a:srgbClr val="6B6478"/>
                </a:solidFill>
                <a:latin typeface="メイリオ" panose="020B0604030504040204" pitchFamily="50" charset="-128"/>
                <a:ea typeface="メイリオ" panose="020B0604030504040204" pitchFamily="50" charset="-128"/>
                <a:cs typeface="JetBrains Mono" pitchFamily="34" charset="-120"/>
              </a:rPr>
              <a:t>Cookie </a:t>
            </a:r>
            <a:r>
              <a:rPr lang="en-US" sz="1500" kern="0" spc="45" dirty="0" err="1">
                <a:solidFill>
                  <a:srgbClr val="6B6478"/>
                </a:solidFill>
                <a:latin typeface="メイリオ" panose="020B0604030504040204" pitchFamily="50" charset="-128"/>
                <a:ea typeface="メイリオ" panose="020B0604030504040204" pitchFamily="50" charset="-128"/>
                <a:cs typeface="Arial" pitchFamily="34" charset="-120"/>
              </a:rPr>
              <a:t>の往復が</a:t>
            </a: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a:t>
            </a:r>
          </a:p>
          <a:p>
            <a:pPr marL="0" indent="0" algn="l">
              <a:lnSpc>
                <a:spcPct val="160000"/>
              </a:lnSpc>
              <a:buNone/>
            </a:pPr>
            <a:r>
              <a:rPr lang="en-US" sz="1500" kern="0" spc="45" dirty="0" err="1">
                <a:solidFill>
                  <a:srgbClr val="6B6478"/>
                </a:solidFill>
                <a:latin typeface="メイリオ" panose="020B0604030504040204" pitchFamily="50" charset="-128"/>
                <a:ea typeface="メイリオ" panose="020B0604030504040204" pitchFamily="50" charset="-128"/>
                <a:cs typeface="Arial" pitchFamily="34" charset="-120"/>
              </a:rPr>
              <a:t>認証もカートもトラッキングも支えている</a:t>
            </a: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a:t>
            </a:r>
            <a:endParaRPr lang="en-US" sz="1500" dirty="0">
              <a:latin typeface="メイリオ" panose="020B0604030504040204" pitchFamily="50" charset="-128"/>
              <a:ea typeface="メイリオ" panose="020B0604030504040204" pitchFamily="50" charset="-128"/>
            </a:endParaRPr>
          </a:p>
        </p:txBody>
      </p:sp>
      <p:sp>
        <p:nvSpPr>
          <p:cNvPr id="6" name="Shape 8">
            <a:extLst>
              <a:ext uri="{FF2B5EF4-FFF2-40B4-BE49-F238E27FC236}">
                <a16:creationId xmlns:a16="http://schemas.microsoft.com/office/drawing/2014/main" id="{3DBA06EF-5029-2277-465A-4612E9A319D0}"/>
              </a:ext>
            </a:extLst>
          </p:cNvPr>
          <p:cNvSpPr/>
          <p:nvPr/>
        </p:nvSpPr>
        <p:spPr>
          <a:xfrm>
            <a:off x="4728637" y="2010683"/>
            <a:ext cx="3420000" cy="36000"/>
          </a:xfrm>
          <a:prstGeom prst="rect">
            <a:avLst/>
          </a:prstGeom>
          <a:solidFill>
            <a:srgbClr val="53476B"/>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8" name="Text 10">
            <a:extLst>
              <a:ext uri="{FF2B5EF4-FFF2-40B4-BE49-F238E27FC236}">
                <a16:creationId xmlns:a16="http://schemas.microsoft.com/office/drawing/2014/main" id="{4DA1423D-BCAB-0EC6-BF17-4D4FD7B710FA}"/>
              </a:ext>
            </a:extLst>
          </p:cNvPr>
          <p:cNvSpPr/>
          <p:nvPr/>
        </p:nvSpPr>
        <p:spPr>
          <a:xfrm>
            <a:off x="4728637" y="2075878"/>
            <a:ext cx="3600000" cy="41146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kern="0" spc="126" dirty="0">
                <a:solidFill>
                  <a:srgbClr val="000000"/>
                </a:solidFill>
                <a:latin typeface="メイリオ" panose="020B0604030504040204" pitchFamily="50" charset="-128"/>
                <a:ea typeface="メイリオ" panose="020B0604030504040204" pitchFamily="50" charset="-128"/>
                <a:cs typeface="Arial" pitchFamily="34" charset="-120"/>
              </a:rPr>
              <a:t>属性が安全性を決める</a:t>
            </a:r>
            <a:endParaRPr lang="en-US" sz="2100" dirty="0">
              <a:latin typeface="メイリオ" panose="020B0604030504040204" pitchFamily="50" charset="-128"/>
              <a:ea typeface="メイリオ" panose="020B0604030504040204" pitchFamily="50" charset="-128"/>
            </a:endParaRPr>
          </a:p>
        </p:txBody>
      </p:sp>
      <p:sp>
        <p:nvSpPr>
          <p:cNvPr id="9" name="Text 11">
            <a:extLst>
              <a:ext uri="{FF2B5EF4-FFF2-40B4-BE49-F238E27FC236}">
                <a16:creationId xmlns:a16="http://schemas.microsoft.com/office/drawing/2014/main" id="{7FE81882-A68F-03F0-2FF7-D31F56D293E0}"/>
              </a:ext>
            </a:extLst>
          </p:cNvPr>
          <p:cNvSpPr/>
          <p:nvPr/>
        </p:nvSpPr>
        <p:spPr>
          <a:xfrm>
            <a:off x="4728637" y="2827968"/>
            <a:ext cx="5040000" cy="952500"/>
          </a:xfrm>
          <a:prstGeom prst="rect">
            <a:avLst/>
          </a:prstGeom>
          <a:noFill/>
          <a:ln/>
        </p:spPr>
        <p:txBody>
          <a:bodyPr wrap="square" lIns="25400" tIns="25400" rIns="25400" bIns="25400" rtlCol="0" anchor="t">
            <a:normAutofit fontScale="92500" lnSpcReduction="20000"/>
          </a:bodyPr>
          <a:lstStyle/>
          <a:p>
            <a:pPr marL="0" indent="0" algn="l">
              <a:lnSpc>
                <a:spcPct val="160000"/>
              </a:lnSpc>
              <a:buNone/>
            </a:pP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Secure / HttpOnly / SameSite / Max-Age</a:t>
            </a:r>
          </a:p>
          <a:p>
            <a:pPr marL="0" indent="0" algn="l">
              <a:lnSpc>
                <a:spcPct val="160000"/>
              </a:lnSpc>
              <a:buNone/>
            </a:pP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 — </a:t>
            </a:r>
            <a:r>
              <a:rPr lang="en-US" sz="1500" kern="0" spc="45" dirty="0" err="1">
                <a:solidFill>
                  <a:srgbClr val="6B6478"/>
                </a:solidFill>
                <a:latin typeface="メイリオ" panose="020B0604030504040204" pitchFamily="50" charset="-128"/>
                <a:ea typeface="メイリオ" panose="020B0604030504040204" pitchFamily="50" charset="-128"/>
                <a:cs typeface="Arial" pitchFamily="34" charset="-120"/>
              </a:rPr>
              <a:t>どれも実装で意識的に選ぶ必要がある</a:t>
            </a: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a:t>
            </a:r>
          </a:p>
          <a:p>
            <a:pPr marL="0" indent="0" algn="l">
              <a:lnSpc>
                <a:spcPct val="160000"/>
              </a:lnSpc>
              <a:buNone/>
            </a:pP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Cookie Heist 内でも属性で取れ方が変わる。</a:t>
            </a:r>
            <a:endParaRPr lang="en-US" sz="1500" dirty="0">
              <a:latin typeface="メイリオ" panose="020B0604030504040204" pitchFamily="50" charset="-128"/>
              <a:ea typeface="メイリオ" panose="020B0604030504040204" pitchFamily="50" charset="-128"/>
            </a:endParaRPr>
          </a:p>
        </p:txBody>
      </p:sp>
      <p:sp>
        <p:nvSpPr>
          <p:cNvPr id="10" name="Shape 12">
            <a:extLst>
              <a:ext uri="{FF2B5EF4-FFF2-40B4-BE49-F238E27FC236}">
                <a16:creationId xmlns:a16="http://schemas.microsoft.com/office/drawing/2014/main" id="{A41A868C-7373-2BAF-6B80-D0BE287B94D7}"/>
              </a:ext>
            </a:extLst>
          </p:cNvPr>
          <p:cNvSpPr/>
          <p:nvPr/>
        </p:nvSpPr>
        <p:spPr>
          <a:xfrm>
            <a:off x="8610600" y="2010683"/>
            <a:ext cx="3420000" cy="36000"/>
          </a:xfrm>
          <a:prstGeom prst="rect">
            <a:avLst/>
          </a:prstGeom>
          <a:solidFill>
            <a:srgbClr val="53476B"/>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12" name="Text 14">
            <a:extLst>
              <a:ext uri="{FF2B5EF4-FFF2-40B4-BE49-F238E27FC236}">
                <a16:creationId xmlns:a16="http://schemas.microsoft.com/office/drawing/2014/main" id="{E905C657-F50A-C10A-FA41-1C74DEC57FC8}"/>
              </a:ext>
            </a:extLst>
          </p:cNvPr>
          <p:cNvSpPr/>
          <p:nvPr/>
        </p:nvSpPr>
        <p:spPr>
          <a:xfrm>
            <a:off x="8624474" y="2089187"/>
            <a:ext cx="3600000" cy="41146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kern="0" spc="126" dirty="0">
                <a:solidFill>
                  <a:srgbClr val="000000"/>
                </a:solidFill>
                <a:latin typeface="メイリオ" panose="020B0604030504040204" pitchFamily="50" charset="-128"/>
                <a:ea typeface="メイリオ" panose="020B0604030504040204" pitchFamily="50" charset="-128"/>
                <a:cs typeface="Arial" pitchFamily="34" charset="-120"/>
              </a:rPr>
              <a:t>"見えない"を体験に変える</a:t>
            </a:r>
            <a:endParaRPr lang="en-US" sz="2100" dirty="0">
              <a:latin typeface="メイリオ" panose="020B0604030504040204" pitchFamily="50" charset="-128"/>
              <a:ea typeface="メイリオ" panose="020B0604030504040204" pitchFamily="50" charset="-128"/>
            </a:endParaRPr>
          </a:p>
        </p:txBody>
      </p:sp>
      <p:sp>
        <p:nvSpPr>
          <p:cNvPr id="13" name="Text 15">
            <a:extLst>
              <a:ext uri="{FF2B5EF4-FFF2-40B4-BE49-F238E27FC236}">
                <a16:creationId xmlns:a16="http://schemas.microsoft.com/office/drawing/2014/main" id="{F77C85C9-6183-5C12-0F8B-A71B1576BFBB}"/>
              </a:ext>
            </a:extLst>
          </p:cNvPr>
          <p:cNvSpPr/>
          <p:nvPr/>
        </p:nvSpPr>
        <p:spPr>
          <a:xfrm>
            <a:off x="8610600" y="2772298"/>
            <a:ext cx="4058653" cy="952500"/>
          </a:xfrm>
          <a:prstGeom prst="rect">
            <a:avLst/>
          </a:prstGeom>
          <a:noFill/>
          <a:ln/>
        </p:spPr>
        <p:txBody>
          <a:bodyPr wrap="square" lIns="25400" tIns="25400" rIns="25400" bIns="25400" rtlCol="0" anchor="t">
            <a:normAutofit fontScale="85000" lnSpcReduction="10000"/>
          </a:bodyPr>
          <a:lstStyle/>
          <a:p>
            <a:pPr marL="0" indent="0" algn="l">
              <a:lnSpc>
                <a:spcPct val="160000"/>
              </a:lnSpc>
              <a:buNone/>
            </a:pPr>
            <a:r>
              <a:rPr lang="en-US" sz="1500" kern="0" spc="45" dirty="0" err="1">
                <a:solidFill>
                  <a:srgbClr val="6B6478"/>
                </a:solidFill>
                <a:latin typeface="メイリオ" panose="020B0604030504040204" pitchFamily="50" charset="-128"/>
                <a:ea typeface="メイリオ" panose="020B0604030504040204" pitchFamily="50" charset="-128"/>
                <a:cs typeface="Arial" pitchFamily="34" charset="-120"/>
              </a:rPr>
              <a:t>遊んだ結果がそのまま本物のCookieとして</a:t>
            </a:r>
            <a:endPar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endParaRPr>
          </a:p>
          <a:p>
            <a:pPr marL="0" indent="0" algn="l">
              <a:lnSpc>
                <a:spcPct val="160000"/>
              </a:lnSpc>
              <a:buNone/>
            </a:pP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ブラウザに残るF12を開く理由ができる体験で、</a:t>
            </a:r>
          </a:p>
          <a:p>
            <a:pPr marL="0" indent="0" algn="l">
              <a:lnSpc>
                <a:spcPct val="160000"/>
              </a:lnSpc>
              <a:buNone/>
            </a:pPr>
            <a:r>
              <a:rPr lang="en-US" sz="1500" kern="0" spc="45" dirty="0" err="1">
                <a:solidFill>
                  <a:srgbClr val="6B6478"/>
                </a:solidFill>
                <a:latin typeface="メイリオ" panose="020B0604030504040204" pitchFamily="50" charset="-128"/>
                <a:ea typeface="メイリオ" panose="020B0604030504040204" pitchFamily="50" charset="-128"/>
                <a:cs typeface="Arial" pitchFamily="34" charset="-120"/>
              </a:rPr>
              <a:t>Web技術の不可視性を可視化できた</a:t>
            </a:r>
            <a:r>
              <a:rPr lang="en-US" sz="1500" kern="0" spc="45" dirty="0">
                <a:solidFill>
                  <a:srgbClr val="6B6478"/>
                </a:solidFill>
                <a:latin typeface="メイリオ" panose="020B0604030504040204" pitchFamily="50" charset="-128"/>
                <a:ea typeface="メイリオ" panose="020B0604030504040204" pitchFamily="50" charset="-128"/>
                <a:cs typeface="Arial" pitchFamily="34" charset="-120"/>
              </a:rPr>
              <a:t>。</a:t>
            </a:r>
            <a:endParaRPr lang="en-US" sz="1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6852085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11517</TotalTime>
  <Words>1592</Words>
  <Application>Microsoft Office PowerPoint</Application>
  <PresentationFormat>ワイド画面</PresentationFormat>
  <Paragraphs>318</Paragraphs>
  <Slides>12</Slides>
  <Notes>11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メイリオ</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松本　鋭</dc:creator>
  <cp:lastModifiedBy>松本　鋭</cp:lastModifiedBy>
  <cp:revision>241</cp:revision>
  <dcterms:created xsi:type="dcterms:W3CDTF">2026-03-10T16:25:40Z</dcterms:created>
  <dcterms:modified xsi:type="dcterms:W3CDTF">2026-06-13T11:20:06Z</dcterms:modified>
</cp:coreProperties>
</file>