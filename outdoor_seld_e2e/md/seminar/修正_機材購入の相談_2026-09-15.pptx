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機 材 購 入 の 相 談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000" y="1676400"/>
            <a:ext cx="10414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9000" y="1676400"/>
            <a:ext cx="10414000" cy="4445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3800" y="1955800"/>
            <a:ext cx="3810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購入をお願いしたい品目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3800" y="2311400"/>
            <a:ext cx="38100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9200" y="2647950"/>
            <a:ext cx="50800" cy="50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5400"/>
            <a:ext cx="37084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22838"/>
                </a:solidFill>
                <a:latin typeface="Meiryo"/>
                <a:ea typeface="メイリオ"/>
              </a:rPr>
              <a:t>Zoom H3-VR（4方向マイク）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本体。右の条件を満たす唯一の機種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3232150"/>
            <a:ext cx="50800" cy="50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149600"/>
            <a:ext cx="37084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22838"/>
                </a:solidFill>
                <a:latin typeface="Meiryo"/>
                <a:ea typeface="メイリオ"/>
              </a:rPr>
              <a:t>騒音計（平均音量が出るもの）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学内でお借りできれば購入は不要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200" y="3816350"/>
            <a:ext cx="50800" cy="50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733800"/>
            <a:ext cx="37084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22838"/>
                </a:solidFill>
                <a:latin typeface="Meiryo"/>
                <a:ea typeface="メイリオ"/>
              </a:rPr>
              <a:t>小物（ハーネス・変換金具ほか）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自費でもまかなえる範囲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3800" y="4800600"/>
            <a:ext cx="3810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※ 見積りは別紙でご用意しています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59400" y="2006600"/>
            <a:ext cx="12700" cy="31496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1200" y="1955800"/>
            <a:ext cx="52324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この機種を選んだ理由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0" y="2311400"/>
            <a:ext cx="52324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1200" y="2438400"/>
            <a:ext cx="5232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録音機に必要な条件を5つ決め、ZOOMの現行10機種を確認しました。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6600" y="2851150"/>
            <a:ext cx="50800" cy="50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9000" y="2768600"/>
            <a:ext cx="50546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838"/>
                </a:solidFill>
                <a:latin typeface="Meiryo"/>
                <a:ea typeface="メイリオ"/>
              </a:rPr>
              <a:t>上下を含む4方向で録れる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ステレオでは高さの軸が無く、学習データと形式が合わない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16600" y="3282950"/>
            <a:ext cx="50800" cy="50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69000" y="3200400"/>
            <a:ext cx="50546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838"/>
                </a:solidFill>
                <a:latin typeface="Meiryo"/>
                <a:ea typeface="メイリオ"/>
              </a:rPr>
              <a:t>96kHzで録れる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バックする車が出す40kHzの超音波を、同じ録音で拾うため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6600" y="3714750"/>
            <a:ext cx="50800" cy="50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9000" y="3632200"/>
            <a:ext cx="50546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838"/>
                </a:solidFill>
                <a:latin typeface="Meiryo"/>
                <a:ea typeface="メイリオ"/>
              </a:rPr>
              <a:t>音量の自動調整を切れる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録音中に変わると、何デシベルだったかを計算できない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6600" y="4146550"/>
            <a:ext cx="50800" cy="50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0" y="4064000"/>
            <a:ext cx="50546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838"/>
                </a:solidFill>
                <a:latin typeface="Meiryo"/>
                <a:ea typeface="メイリオ"/>
              </a:rPr>
              <a:t>身に着けて持ち歩ける重さ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6か所を歩いて回る。公道では三脚を立てられない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16600" y="4578350"/>
            <a:ext cx="50800" cy="50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9000" y="4495800"/>
            <a:ext cx="5054600" cy="406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838"/>
                </a:solidFill>
                <a:latin typeface="Meiryo"/>
                <a:ea typeface="メイリオ"/>
              </a:rPr>
              <a:t>マイクが較正済み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自作だと、誤差がモデルのせいかマイクのせいか分からない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91200" y="5003800"/>
            <a:ext cx="5232400" cy="43180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5105400"/>
            <a:ext cx="49276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4方向で8機種が外れ、残る1機種は576gで重い。</a:t>
            </a: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該当はH3-VRだけ。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10000" y="6375400"/>
            <a:ext cx="9652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76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912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056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200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