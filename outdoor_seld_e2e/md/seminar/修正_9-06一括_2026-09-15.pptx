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utoShape 2">
            <a:extLst>
              <a:ext uri="{FF2B5EF4-FFF2-40B4-BE49-F238E27FC236}">
                <a16:creationId xmlns:a16="http://schemas.microsoft.com/office/drawing/2014/main" id="{3ECBCB3E-6EBF-F36C-1189-99650C000255}"/>
              </a:ext>
            </a:extLst>
          </p:cNvPr>
          <p:cNvSpPr/>
          <p:nvPr/>
        </p:nvSpPr>
        <p:spPr>
          <a:xfrm>
            <a:off x="488325" y="0"/>
            <a:ext cx="0" cy="6858000"/>
          </a:xfrm>
          <a:prstGeom prst="line">
            <a:avLst/>
          </a:prstGeom>
          <a:ln w="19050" cap="flat">
            <a:solidFill>
              <a:srgbClr val="53476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 sz="120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EFE671BA-3744-D76A-5BAF-1B0D9765A304}"/>
              </a:ext>
            </a:extLst>
          </p:cNvPr>
          <p:cNvSpPr/>
          <p:nvPr/>
        </p:nvSpPr>
        <p:spPr>
          <a:xfrm flipV="1">
            <a:off x="0" y="913267"/>
            <a:ext cx="12192000" cy="0"/>
          </a:xfrm>
          <a:prstGeom prst="line">
            <a:avLst/>
          </a:prstGeom>
          <a:ln w="19050" cap="flat">
            <a:solidFill>
              <a:srgbClr val="53476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 sz="1200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AA9F2F3C-D75F-79CE-B75C-E78119C3FBF9}"/>
              </a:ext>
            </a:extLst>
          </p:cNvPr>
          <p:cNvGrpSpPr/>
          <p:nvPr/>
        </p:nvGrpSpPr>
        <p:grpSpPr>
          <a:xfrm>
            <a:off x="347001" y="411790"/>
            <a:ext cx="591239" cy="89687"/>
            <a:chOff x="0" y="0"/>
            <a:chExt cx="233576" cy="35432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21C02637-E846-3D91-DFD0-1F418FF64525}"/>
                </a:ext>
              </a:extLst>
            </p:cNvPr>
            <p:cNvSpPr/>
            <p:nvPr/>
          </p:nvSpPr>
          <p:spPr>
            <a:xfrm>
              <a:off x="0" y="0"/>
              <a:ext cx="233576" cy="35432"/>
            </a:xfrm>
            <a:custGeom>
              <a:avLst/>
              <a:gdLst/>
              <a:ahLst/>
              <a:cxnLst/>
              <a:rect l="l" t="t" r="r" b="b"/>
              <a:pathLst>
                <a:path w="233576" h="35432">
                  <a:moveTo>
                    <a:pt x="0" y="0"/>
                  </a:moveTo>
                  <a:lnTo>
                    <a:pt x="233576" y="0"/>
                  </a:lnTo>
                  <a:lnTo>
                    <a:pt x="233576" y="35432"/>
                  </a:lnTo>
                  <a:lnTo>
                    <a:pt x="0" y="35432"/>
                  </a:lnTo>
                  <a:close/>
                </a:path>
              </a:pathLst>
            </a:custGeom>
            <a:gradFill rotWithShape="1">
              <a:gsLst>
                <a:gs pos="0">
                  <a:srgbClr val="53476B">
                    <a:alpha val="100000"/>
                  </a:srgbClr>
                </a:gs>
                <a:gs pos="100000">
                  <a:srgbClr val="A098B0">
                    <a:alpha val="100000"/>
                  </a:srgbClr>
                </a:gs>
              </a:gsLst>
              <a:lin ang="270000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ja-JP" altLang="en-US" sz="1200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3C0B8D52-C240-ADB0-5A03-749263DB03D1}"/>
                </a:ext>
              </a:extLst>
            </p:cNvPr>
            <p:cNvSpPr txBox="1"/>
            <p:nvPr/>
          </p:nvSpPr>
          <p:spPr>
            <a:xfrm>
              <a:off x="0" y="-219075"/>
              <a:ext cx="233576" cy="254507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  <a:spcBef>
                  <a:spcPct val="0"/>
                </a:spcBef>
              </a:pPr>
              <a:endParaRPr sz="1200"/>
            </a:p>
          </p:txBody>
        </p:sp>
      </p:grp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26C72984-4EB9-C9FB-27A5-AF8E4F09FC9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760"/>
          </a:xfrm>
        </p:spPr>
        <p:txBody>
          <a:bodyPr/>
          <a:lstStyle/>
          <a:p>
            <a:r>
              <a:rPr kumimoji="1" lang="en-US" altLang="ja-JP"/>
              <a:t>2026/09/15</a:t>
            </a:r>
            <a:endParaRPr kumimoji="1" lang="ja-JP" altLang="en-US" dirty="0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E85C9F77-BDD5-55CA-746B-0452490A0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760"/>
          </a:xfrm>
        </p:spPr>
        <p:txBody>
          <a:bodyPr/>
          <a:lstStyle/>
          <a:p>
            <a:fld id="{4E9148DC-F7ED-4428-85F4-2C78C4B0CFB7}" type="slidenum">
              <a:rPr kumimoji="1" lang="ja-JP" altLang="en-US" smtClean="0"/>
              <a:t>5</a:t>
            </a:fld>
            <a:endParaRPr kumimoji="1" lang="ja-JP" altLang="en-US"/>
          </a:p>
        </p:txBody>
      </p:sp>
      <p:sp>
        <p:nvSpPr>
          <p:cNvPr id="11" name="TextBox 13">
            <a:extLst>
              <a:ext uri="{FF2B5EF4-FFF2-40B4-BE49-F238E27FC236}">
                <a16:creationId xmlns:a16="http://schemas.microsoft.com/office/drawing/2014/main" id="{CBD11D0E-F90B-4245-3065-79F3A8CCBB0D}"/>
              </a:ext>
            </a:extLst>
          </p:cNvPr>
          <p:cNvSpPr txBox="1"/>
          <p:nvPr/>
        </p:nvSpPr>
        <p:spPr>
          <a:xfrm>
            <a:off x="1079564" y="159028"/>
            <a:ext cx="11112436" cy="5770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546"/>
              </a:lnSpc>
            </a:pPr>
            <a:r>
              <a:rPr lang="ja-JP" altLang="en-US" sz="3200" b="1" spc="679" dirty="0">
                <a:latin typeface="メイリオ" panose="020B0604030504040204" pitchFamily="50" charset="-128"/>
                <a:ea typeface="メイリオ" panose="020B0604030504040204" pitchFamily="50" charset="-128"/>
                <a:cs typeface="Noto Sans JP Medium"/>
                <a:sym typeface="Noto Sans JP Medium"/>
              </a:rPr>
              <a:t>提案手法② </a:t>
            </a:r>
            <a:r>
              <a:rPr lang="en-US" altLang="ja-JP" sz="3200" b="1" spc="679" dirty="0">
                <a:latin typeface="メイリオ" panose="020B0604030504040204" pitchFamily="50" charset="-128"/>
                <a:ea typeface="メイリオ" panose="020B0604030504040204" pitchFamily="50" charset="-128"/>
                <a:cs typeface="Noto Sans JP Medium"/>
                <a:sym typeface="Noto Sans JP Medium"/>
              </a:rPr>
              <a:t>— </a:t>
            </a:r>
            <a:r>
              <a:rPr lang="ja-JP" altLang="en-US" sz="3200" b="1" spc="679" dirty="0">
                <a:latin typeface="メイリオ" panose="020B0604030504040204" pitchFamily="50" charset="-128"/>
                <a:ea typeface="メイリオ" panose="020B0604030504040204" pitchFamily="50" charset="-128"/>
                <a:cs typeface="Noto Sans JP Medium"/>
                <a:sym typeface="Noto Sans JP Medium"/>
              </a:rPr>
              <a:t>通知層</a:t>
            </a:r>
            <a:r>
              <a:rPr lang="en-US" altLang="ja-JP" sz="3200" b="1" spc="679" dirty="0">
                <a:latin typeface="メイリオ" panose="020B0604030504040204" pitchFamily="50" charset="-128"/>
                <a:ea typeface="メイリオ" panose="020B0604030504040204" pitchFamily="50" charset="-128"/>
                <a:cs typeface="Noto Sans JP Medium"/>
                <a:sym typeface="Noto Sans JP Medium"/>
              </a:rPr>
              <a:t>(</a:t>
            </a:r>
            <a:r>
              <a:rPr lang="ja-JP" altLang="en-US" sz="3200" b="1" spc="679" dirty="0">
                <a:latin typeface="メイリオ" panose="020B0604030504040204" pitchFamily="50" charset="-128"/>
                <a:ea typeface="メイリオ" panose="020B0604030504040204" pitchFamily="50" charset="-128"/>
                <a:cs typeface="Noto Sans JP Medium"/>
                <a:sym typeface="Noto Sans JP Medium"/>
              </a:rPr>
              <a:t>最接近の予測で出し分け</a:t>
            </a:r>
            <a:r>
              <a:rPr lang="en-US" altLang="ja-JP" sz="3200" b="1" spc="679" dirty="0">
                <a:latin typeface="メイリオ" panose="020B0604030504040204" pitchFamily="50" charset="-128"/>
                <a:ea typeface="メイリオ" panose="020B0604030504040204" pitchFamily="50" charset="-128"/>
                <a:cs typeface="Noto Sans JP Medium"/>
                <a:sym typeface="Noto Sans JP Medium"/>
              </a:rPr>
              <a:t>)</a:t>
            </a:r>
            <a:endParaRPr lang="ja-JP" altLang="en-US" sz="3200" b="1" spc="679" dirty="0">
              <a:latin typeface="メイリオ" panose="020B0604030504040204" pitchFamily="50" charset="-128"/>
              <a:ea typeface="メイリオ" panose="020B0604030504040204" pitchFamily="50" charset="-128"/>
              <a:cs typeface="Noto Sans JP Medium"/>
              <a:sym typeface="Noto Sans JP Medium"/>
            </a:endParaRPr>
          </a:p>
        </p:txBody>
      </p:sp>
      <p:sp>
        <p:nvSpPr>
          <p:cNvPr id="35" name="TextBox 13">
            <a:extLst>
              <a:ext uri="{FF2B5EF4-FFF2-40B4-BE49-F238E27FC236}">
                <a16:creationId xmlns:a16="http://schemas.microsoft.com/office/drawing/2014/main" id="{1C59AB80-56D7-9B7A-56D7-8A9E7BABBE36}"/>
              </a:ext>
            </a:extLst>
          </p:cNvPr>
          <p:cNvSpPr txBox="1"/>
          <p:nvPr/>
        </p:nvSpPr>
        <p:spPr>
          <a:xfrm>
            <a:off x="1598770" y="1298088"/>
            <a:ext cx="9740664" cy="302647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b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距離のしきい値ではなく、</a:t>
            </a:r>
            <a:r>
              <a:rPr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このまま進むとどこまで近づくか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(</a:t>
            </a:r>
            <a:r>
              <a:rPr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最接近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)</a:t>
            </a:r>
            <a:r>
              <a:rPr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を予測</a:t>
            </a:r>
            <a:r>
              <a:rPr b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して</a:t>
            </a:r>
            <a:r>
              <a:rPr lang="ja-JP" altLang="en-US" b="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段階</a:t>
            </a:r>
            <a:r>
              <a:rPr b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を決める</a:t>
            </a:r>
            <a:endParaRPr b="0" dirty="0">
              <a:solidFill>
                <a:schemeClr val="tx1">
                  <a:lumMod val="95000"/>
                  <a:lumOff val="5000"/>
                </a:schemeClr>
              </a:solidFill>
              <a:latin typeface="Meiryo"/>
              <a:ea typeface="メイリオ"/>
            </a:endParaRPr>
          </a:p>
        </p:txBody>
      </p:sp>
      <p:sp>
        <p:nvSpPr>
          <p:cNvPr id="37" name="Rectangle 14">
            <a:extLst>
              <a:ext uri="{FF2B5EF4-FFF2-40B4-BE49-F238E27FC236}">
                <a16:creationId xmlns:a16="http://schemas.microsoft.com/office/drawing/2014/main" id="{92565C0E-182F-E0ED-31DA-B5470E2D8546}"/>
              </a:ext>
            </a:extLst>
          </p:cNvPr>
          <p:cNvSpPr/>
          <p:nvPr/>
        </p:nvSpPr>
        <p:spPr>
          <a:xfrm>
            <a:off x="752013" y="2111142"/>
            <a:ext cx="6035430" cy="1317858"/>
          </a:xfrm>
          <a:prstGeom prst="rect">
            <a:avLst/>
          </a:prstGeom>
          <a:solidFill>
            <a:srgbClr val="FFFFFF"/>
          </a:solidFill>
          <a:ln w="17780">
            <a:solidFill>
              <a:srgbClr val="E0A5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9" name="TextBox 15">
            <a:extLst>
              <a:ext uri="{FF2B5EF4-FFF2-40B4-BE49-F238E27FC236}">
                <a16:creationId xmlns:a16="http://schemas.microsoft.com/office/drawing/2014/main" id="{06208B64-2606-F65F-4777-10AF9761ACA7}"/>
              </a:ext>
            </a:extLst>
          </p:cNvPr>
          <p:cNvSpPr txBox="1"/>
          <p:nvPr/>
        </p:nvSpPr>
        <p:spPr>
          <a:xfrm>
            <a:off x="803240" y="2323433"/>
            <a:ext cx="6124453" cy="1010533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>
              <a:spcAft>
                <a:spcPts val="600"/>
              </a:spcAft>
            </a:pPr>
            <a:r>
              <a:rPr lang="ja-JP" altLang="en-US" b="1" dirty="0">
                <a:solidFill>
                  <a:srgbClr val="C4432B"/>
                </a:solidFill>
                <a:latin typeface="Meiryo"/>
                <a:ea typeface="メイリオ"/>
              </a:rPr>
              <a:t>至近警告</a:t>
            </a:r>
            <a:r>
              <a:rPr lang="ja-JP" altLang="en-US" dirty="0">
                <a:solidFill>
                  <a:srgbClr val="3A4658"/>
                </a:solidFill>
                <a:latin typeface="Meiryo"/>
                <a:ea typeface="メイリオ"/>
              </a:rPr>
              <a:t> </a:t>
            </a:r>
            <a:r>
              <a:rPr lang="en-US" altLang="ja-JP" dirty="0">
                <a:solidFill>
                  <a:srgbClr val="3A4658"/>
                </a:solidFill>
                <a:latin typeface="Meiryo"/>
                <a:ea typeface="メイリオ"/>
              </a:rPr>
              <a:t>: </a:t>
            </a:r>
            <a:r>
              <a:rPr lang="ja-JP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予測最接近</a:t>
            </a:r>
            <a:r>
              <a:rPr lang="en-US" altLang="ja-JP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1.3m</a:t>
            </a:r>
            <a:r>
              <a:rPr lang="ja-JP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以内・</a:t>
            </a:r>
            <a:r>
              <a:rPr lang="en-US" altLang="ja-JP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2.5</a:t>
            </a:r>
            <a:r>
              <a:rPr lang="ja-JP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秒以内が</a:t>
            </a:r>
            <a:r>
              <a:rPr lang="en-US" altLang="ja-JP" dirty="0">
                <a:solidFill>
                  <a:srgbClr val="FF0000"/>
                </a:solidFill>
                <a:latin typeface="Meiryo"/>
                <a:ea typeface="メイリオ"/>
              </a:rPr>
              <a:t>4</a:t>
            </a:r>
            <a:r>
              <a:rPr lang="ja-JP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フレーム</a:t>
            </a:r>
          </a:p>
          <a:p>
            <a:pPr>
              <a:spcAft>
                <a:spcPts val="600"/>
              </a:spcAft>
            </a:pPr>
            <a:r>
              <a:rPr lang="ja-JP" altLang="en-US" b="1" dirty="0">
                <a:solidFill>
                  <a:srgbClr val="B37E00"/>
                </a:solidFill>
                <a:latin typeface="Meiryo"/>
                <a:ea typeface="メイリオ"/>
              </a:rPr>
              <a:t>　注意　</a:t>
            </a:r>
            <a:r>
              <a:rPr lang="ja-JP" altLang="en-US" dirty="0">
                <a:solidFill>
                  <a:srgbClr val="3A4658"/>
                </a:solidFill>
                <a:latin typeface="Meiryo"/>
                <a:ea typeface="メイリオ"/>
              </a:rPr>
              <a:t> </a:t>
            </a:r>
            <a:r>
              <a:rPr lang="en-US" altLang="ja-JP" dirty="0">
                <a:solidFill>
                  <a:srgbClr val="3A4658"/>
                </a:solidFill>
                <a:latin typeface="Meiryo"/>
                <a:ea typeface="メイリオ"/>
              </a:rPr>
              <a:t>: </a:t>
            </a:r>
            <a:r>
              <a:rPr lang="ja-JP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予測最接近</a:t>
            </a:r>
            <a:r>
              <a:rPr lang="en-US" altLang="ja-JP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1.6m</a:t>
            </a:r>
            <a:r>
              <a:rPr lang="ja-JP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以内・</a:t>
            </a:r>
            <a:r>
              <a:rPr lang="en-US" altLang="ja-JP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4.0</a:t>
            </a:r>
            <a:r>
              <a:rPr lang="ja-JP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秒以内が</a:t>
            </a:r>
            <a:r>
              <a:rPr lang="en-US" altLang="ja-JP" dirty="0">
                <a:solidFill>
                  <a:srgbClr val="FF0000"/>
                </a:solidFill>
                <a:latin typeface="Meiryo"/>
                <a:ea typeface="メイリオ"/>
              </a:rPr>
              <a:t>4</a:t>
            </a:r>
            <a:r>
              <a:rPr lang="ja-JP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フレーム</a:t>
            </a:r>
          </a:p>
          <a:p>
            <a:pPr>
              <a:spcAft>
                <a:spcPts val="600"/>
              </a:spcAft>
            </a:pPr>
            <a:r>
              <a:rPr lang="ja-JP" altLang="en-US" b="1" dirty="0">
                <a:solidFill>
                  <a:srgbClr val="2F7D6D"/>
                </a:solidFill>
                <a:latin typeface="Meiryo"/>
                <a:ea typeface="メイリオ"/>
              </a:rPr>
              <a:t>　抑制　</a:t>
            </a:r>
            <a:r>
              <a:rPr lang="ja-JP" altLang="en-US" dirty="0">
                <a:solidFill>
                  <a:srgbClr val="3A4658"/>
                </a:solidFill>
                <a:latin typeface="Meiryo"/>
                <a:ea typeface="メイリオ"/>
              </a:rPr>
              <a:t> </a:t>
            </a:r>
            <a:r>
              <a:rPr lang="en-US" altLang="ja-JP" dirty="0">
                <a:solidFill>
                  <a:srgbClr val="3A4658"/>
                </a:solidFill>
                <a:latin typeface="Meiryo"/>
                <a:ea typeface="メイリオ"/>
              </a:rPr>
              <a:t>:</a:t>
            </a:r>
            <a:r>
              <a:rPr lang="ja-JP" altLang="en-US" dirty="0">
                <a:solidFill>
                  <a:srgbClr val="3A4658"/>
                </a:solidFill>
                <a:latin typeface="Meiryo"/>
                <a:ea typeface="メイリオ"/>
              </a:rPr>
              <a:t> </a:t>
            </a:r>
            <a:r>
              <a:rPr lang="ja-JP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横を通り過ぎるだけの対象は鳴らさない</a:t>
            </a:r>
          </a:p>
        </p:txBody>
      </p:sp>
      <p:sp>
        <p:nvSpPr>
          <p:cNvPr id="54" name="TextBox 21">
            <a:extLst>
              <a:ext uri="{FF2B5EF4-FFF2-40B4-BE49-F238E27FC236}">
                <a16:creationId xmlns:a16="http://schemas.microsoft.com/office/drawing/2014/main" id="{1AAE64D5-37D0-AA36-9DE9-A5F2070C38E8}"/>
              </a:ext>
            </a:extLst>
          </p:cNvPr>
          <p:cNvSpPr txBox="1"/>
          <p:nvPr/>
        </p:nvSpPr>
        <p:spPr>
          <a:xfrm>
            <a:off x="757089" y="3762193"/>
            <a:ext cx="6022697" cy="2068515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b="1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※ </a:t>
            </a:r>
            <a:r>
              <a:rPr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予測が出せないときの保険</a:t>
            </a:r>
            <a:endParaRPr b="1" dirty="0">
              <a:solidFill>
                <a:schemeClr val="tx1">
                  <a:lumMod val="95000"/>
                  <a:lumOff val="5000"/>
                </a:schemeClr>
              </a:solidFill>
              <a:latin typeface="Meiryo"/>
              <a:ea typeface="メイリオ"/>
            </a:endParaRPr>
          </a:p>
          <a:p>
            <a:pPr algn="l">
              <a:lnSpc>
                <a:spcPct val="150000"/>
              </a:lnSpc>
            </a:pPr>
            <a:r>
              <a:rPr b="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　 </a:t>
            </a:r>
            <a:r>
              <a:rPr b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推定距離</a:t>
            </a:r>
            <a:r>
              <a:rPr b="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 1.5m</a:t>
            </a:r>
            <a:r>
              <a:rPr lang="en-US" b="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(</a:t>
            </a:r>
            <a:r>
              <a:rPr b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至近</a:t>
            </a:r>
            <a:r>
              <a:rPr lang="ja-JP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警告</a:t>
            </a:r>
            <a:r>
              <a:rPr lang="en-US" b="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) </a:t>
            </a:r>
            <a:r>
              <a:rPr b="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/ 3.2m</a:t>
            </a:r>
            <a:r>
              <a:rPr lang="en-US" b="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(</a:t>
            </a:r>
            <a:r>
              <a:rPr b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注意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)</a:t>
            </a:r>
            <a:r>
              <a:rPr b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を切ったら</a:t>
            </a:r>
            <a:endParaRPr lang="en-US" b="0" dirty="0">
              <a:solidFill>
                <a:schemeClr val="tx1">
                  <a:lumMod val="95000"/>
                  <a:lumOff val="5000"/>
                </a:schemeClr>
              </a:solidFill>
              <a:latin typeface="Meiryo"/>
              <a:ea typeface="メイリオ"/>
            </a:endParaRPr>
          </a:p>
          <a:p>
            <a:pPr algn="l">
              <a:lnSpc>
                <a:spcPct val="150000"/>
              </a:lnSpc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    </a:t>
            </a:r>
            <a:r>
              <a:rPr b="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2フレームで通知</a:t>
            </a:r>
          </a:p>
          <a:p>
            <a:pPr algn="l">
              <a:lnSpc>
                <a:spcPct val="150000"/>
              </a:lnSpc>
            </a:pPr>
            <a:r>
              <a:rPr b="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※ </a:t>
            </a:r>
            <a:r>
              <a:rPr b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距離を使うのは車の走行音・キックボード・バイクの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  <a:latin typeface="Meiryo"/>
              <a:ea typeface="メイリオ"/>
            </a:endParaRPr>
          </a:p>
          <a:p>
            <a:pPr algn="l">
              <a:lnSpc>
                <a:spcPct val="150000"/>
              </a:lnSpc>
            </a:pPr>
            <a:r>
              <a:rPr lang="en-US" b="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    </a:t>
            </a:r>
            <a:r>
              <a:rPr b="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3クラ</a:t>
            </a:r>
            <a:r>
              <a:rPr lang="ja-JP" altLang="en-US" b="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ス</a:t>
            </a:r>
            <a:r>
              <a:rPr lang="en-US" altLang="ja-JP" b="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(</a:t>
            </a:r>
            <a:r>
              <a:rPr lang="ja-JP" altLang="en-US" b="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サイレンなど</a:t>
            </a:r>
            <a:r>
              <a:rPr lang="ja-JP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他</a:t>
            </a:r>
            <a:r>
              <a:rPr lang="en-US" altLang="ja-JP" b="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5</a:t>
            </a:r>
            <a:r>
              <a:rPr lang="ja-JP" altLang="en-US" b="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クラスは検出したら即通知</a:t>
            </a:r>
            <a:r>
              <a:rPr lang="en-US" altLang="ja-JP" b="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)</a:t>
            </a:r>
          </a:p>
        </p:txBody>
      </p:sp>
      <p:sp>
        <p:nvSpPr>
          <p:cNvPr id="56" name="Rectangle 9">
            <a:extLst>
              <a:ext uri="{FF2B5EF4-FFF2-40B4-BE49-F238E27FC236}">
                <a16:creationId xmlns:a16="http://schemas.microsoft.com/office/drawing/2014/main" id="{15A4E584-AFC8-6FCE-F74F-4B83347279C4}"/>
              </a:ext>
            </a:extLst>
          </p:cNvPr>
          <p:cNvSpPr/>
          <p:nvPr/>
        </p:nvSpPr>
        <p:spPr>
          <a:xfrm>
            <a:off x="6960402" y="1952881"/>
            <a:ext cx="4849152" cy="391853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127000" bIns="101600" rtlCol="0" anchor="t"/>
          <a:lstStyle/>
          <a:p>
            <a:pPr algn="ctr"/>
            <a:endParaRPr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8" name="TextBox 10">
            <a:extLst>
              <a:ext uri="{FF2B5EF4-FFF2-40B4-BE49-F238E27FC236}">
                <a16:creationId xmlns:a16="http://schemas.microsoft.com/office/drawing/2014/main" id="{8CA932B5-D34F-56C9-C22D-14355548FABE}"/>
              </a:ext>
            </a:extLst>
          </p:cNvPr>
          <p:cNvSpPr txBox="1"/>
          <p:nvPr/>
        </p:nvSpPr>
        <p:spPr>
          <a:xfrm>
            <a:off x="7241527" y="2032260"/>
            <a:ext cx="4385816" cy="33932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lang="ja-JP" altLang="en-US" b="1" dirty="0">
                <a:solidFill>
                  <a:srgbClr val="16233A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同じ「近づく」でも、鳴らすのは片方だけ</a:t>
            </a:r>
            <a:endParaRPr b="1" dirty="0">
              <a:solidFill>
                <a:srgbClr val="16233A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0" name="Oval 11">
            <a:extLst>
              <a:ext uri="{FF2B5EF4-FFF2-40B4-BE49-F238E27FC236}">
                <a16:creationId xmlns:a16="http://schemas.microsoft.com/office/drawing/2014/main" id="{CBEAF8F1-EC74-35B3-EE66-1970C6791331}"/>
              </a:ext>
            </a:extLst>
          </p:cNvPr>
          <p:cNvSpPr/>
          <p:nvPr/>
        </p:nvSpPr>
        <p:spPr>
          <a:xfrm>
            <a:off x="7224634" y="3962660"/>
            <a:ext cx="1168400" cy="1168400"/>
          </a:xfrm>
          <a:prstGeom prst="ellipse">
            <a:avLst/>
          </a:prstGeom>
          <a:noFill/>
          <a:ln w="12700">
            <a:solidFill>
              <a:srgbClr val="BFC6C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127000" bIns="101600" rtlCol="0" anchor="t"/>
          <a:lstStyle/>
          <a:p>
            <a:pPr algn="ctr"/>
            <a:endParaRPr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2" name="Oval 12">
            <a:extLst>
              <a:ext uri="{FF2B5EF4-FFF2-40B4-BE49-F238E27FC236}">
                <a16:creationId xmlns:a16="http://schemas.microsoft.com/office/drawing/2014/main" id="{19DB4650-A04A-0871-F349-9E19A80D7BC4}"/>
              </a:ext>
            </a:extLst>
          </p:cNvPr>
          <p:cNvSpPr/>
          <p:nvPr/>
        </p:nvSpPr>
        <p:spPr>
          <a:xfrm>
            <a:off x="7529434" y="4267460"/>
            <a:ext cx="558800" cy="558800"/>
          </a:xfrm>
          <a:prstGeom prst="ellipse">
            <a:avLst/>
          </a:prstGeom>
          <a:noFill/>
          <a:ln w="12700">
            <a:solidFill>
              <a:srgbClr val="BFC6C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127000" bIns="101600" rtlCol="0" anchor="t"/>
          <a:lstStyle/>
          <a:p>
            <a:pPr algn="ctr"/>
            <a:endParaRPr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63" name="Connector 13">
            <a:extLst>
              <a:ext uri="{FF2B5EF4-FFF2-40B4-BE49-F238E27FC236}">
                <a16:creationId xmlns:a16="http://schemas.microsoft.com/office/drawing/2014/main" id="{0D76FA87-1F8F-F0EC-B899-A2A761721C65}"/>
              </a:ext>
            </a:extLst>
          </p:cNvPr>
          <p:cNvCxnSpPr/>
          <p:nvPr/>
        </p:nvCxnSpPr>
        <p:spPr>
          <a:xfrm flipH="1">
            <a:off x="7377034" y="2895860"/>
            <a:ext cx="4191000" cy="0"/>
          </a:xfrm>
          <a:prstGeom prst="line">
            <a:avLst/>
          </a:prstGeom>
          <a:ln w="31750">
            <a:solidFill>
              <a:srgbClr val="2F7D6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14">
            <a:extLst>
              <a:ext uri="{FF2B5EF4-FFF2-40B4-BE49-F238E27FC236}">
                <a16:creationId xmlns:a16="http://schemas.microsoft.com/office/drawing/2014/main" id="{604D1ACE-160B-EB4D-189C-5007EB1618E0}"/>
              </a:ext>
            </a:extLst>
          </p:cNvPr>
          <p:cNvCxnSpPr/>
          <p:nvPr/>
        </p:nvCxnSpPr>
        <p:spPr>
          <a:xfrm flipV="1">
            <a:off x="7808834" y="2895860"/>
            <a:ext cx="3530600" cy="1651000"/>
          </a:xfrm>
          <a:prstGeom prst="line">
            <a:avLst/>
          </a:prstGeom>
          <a:ln w="12700">
            <a:solidFill>
              <a:srgbClr val="BFC6CC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Oval 15">
            <a:extLst>
              <a:ext uri="{FF2B5EF4-FFF2-40B4-BE49-F238E27FC236}">
                <a16:creationId xmlns:a16="http://schemas.microsoft.com/office/drawing/2014/main" id="{01AFD9BF-FAD3-4A92-1545-80524A6BF624}"/>
              </a:ext>
            </a:extLst>
          </p:cNvPr>
          <p:cNvSpPr/>
          <p:nvPr/>
        </p:nvSpPr>
        <p:spPr>
          <a:xfrm>
            <a:off x="11275934" y="2832360"/>
            <a:ext cx="127000" cy="127000"/>
          </a:xfrm>
          <a:prstGeom prst="ellipse">
            <a:avLst/>
          </a:prstGeom>
          <a:solidFill>
            <a:srgbClr val="2F7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127000" bIns="101600" rtlCol="0" anchor="t"/>
          <a:lstStyle/>
          <a:p>
            <a:pPr algn="ctr"/>
            <a:endParaRPr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68" name="Connector 16">
            <a:extLst>
              <a:ext uri="{FF2B5EF4-FFF2-40B4-BE49-F238E27FC236}">
                <a16:creationId xmlns:a16="http://schemas.microsoft.com/office/drawing/2014/main" id="{D39B5E96-0D58-8977-A698-423E16646258}"/>
              </a:ext>
            </a:extLst>
          </p:cNvPr>
          <p:cNvCxnSpPr/>
          <p:nvPr/>
        </p:nvCxnSpPr>
        <p:spPr>
          <a:xfrm flipV="1">
            <a:off x="7808834" y="2895860"/>
            <a:ext cx="1117600" cy="1651000"/>
          </a:xfrm>
          <a:prstGeom prst="line">
            <a:avLst/>
          </a:prstGeom>
          <a:ln w="12700">
            <a:solidFill>
              <a:srgbClr val="BFC6CC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Oval 17">
            <a:extLst>
              <a:ext uri="{FF2B5EF4-FFF2-40B4-BE49-F238E27FC236}">
                <a16:creationId xmlns:a16="http://schemas.microsoft.com/office/drawing/2014/main" id="{D4DEE666-7865-747C-A02A-095170BAF255}"/>
              </a:ext>
            </a:extLst>
          </p:cNvPr>
          <p:cNvSpPr/>
          <p:nvPr/>
        </p:nvSpPr>
        <p:spPr>
          <a:xfrm>
            <a:off x="8862934" y="2832360"/>
            <a:ext cx="127000" cy="127000"/>
          </a:xfrm>
          <a:prstGeom prst="ellipse">
            <a:avLst/>
          </a:prstGeom>
          <a:solidFill>
            <a:srgbClr val="2F7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127000" bIns="101600" rtlCol="0" anchor="t"/>
          <a:lstStyle/>
          <a:p>
            <a:pPr algn="ctr"/>
            <a:endParaRPr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2" name="TextBox 18">
            <a:extLst>
              <a:ext uri="{FF2B5EF4-FFF2-40B4-BE49-F238E27FC236}">
                <a16:creationId xmlns:a16="http://schemas.microsoft.com/office/drawing/2014/main" id="{109A92E7-E876-165E-ACF8-341A703252D1}"/>
              </a:ext>
            </a:extLst>
          </p:cNvPr>
          <p:cNvSpPr txBox="1"/>
          <p:nvPr/>
        </p:nvSpPr>
        <p:spPr>
          <a:xfrm>
            <a:off x="8514923" y="2514860"/>
            <a:ext cx="3154711" cy="33932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b="1" dirty="0" err="1">
                <a:solidFill>
                  <a:srgbClr val="2F7D6D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横を通り過ぎる</a:t>
            </a:r>
            <a:r>
              <a:rPr b="1" dirty="0">
                <a:solidFill>
                  <a:srgbClr val="2F7D6D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 → </a:t>
            </a:r>
            <a:r>
              <a:rPr b="1" dirty="0" err="1">
                <a:solidFill>
                  <a:srgbClr val="2F7D6D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鳴らさない</a:t>
            </a:r>
            <a:endParaRPr b="1" dirty="0">
              <a:solidFill>
                <a:srgbClr val="2F7D6D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3" name="TextBox 19">
            <a:extLst>
              <a:ext uri="{FF2B5EF4-FFF2-40B4-BE49-F238E27FC236}">
                <a16:creationId xmlns:a16="http://schemas.microsoft.com/office/drawing/2014/main" id="{3F0E3272-C675-F5D7-A5FE-C51796CDD0E7}"/>
              </a:ext>
            </a:extLst>
          </p:cNvPr>
          <p:cNvSpPr txBox="1"/>
          <p:nvPr/>
        </p:nvSpPr>
        <p:spPr>
          <a:xfrm>
            <a:off x="7413617" y="2991515"/>
            <a:ext cx="1846659" cy="33932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b="0" dirty="0" err="1">
                <a:solidFill>
                  <a:srgbClr val="2F7D6D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方位が横に流れる</a:t>
            </a:r>
            <a:endParaRPr b="0" dirty="0">
              <a:solidFill>
                <a:srgbClr val="2F7D6D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74" name="Connector 20">
            <a:extLst>
              <a:ext uri="{FF2B5EF4-FFF2-40B4-BE49-F238E27FC236}">
                <a16:creationId xmlns:a16="http://schemas.microsoft.com/office/drawing/2014/main" id="{9BFD60F9-75AB-1FF9-E4BE-AEC91ABC8DD0}"/>
              </a:ext>
            </a:extLst>
          </p:cNvPr>
          <p:cNvCxnSpPr/>
          <p:nvPr/>
        </p:nvCxnSpPr>
        <p:spPr>
          <a:xfrm flipV="1">
            <a:off x="7808834" y="2895860"/>
            <a:ext cx="0" cy="1066800"/>
          </a:xfrm>
          <a:prstGeom prst="line">
            <a:avLst/>
          </a:prstGeom>
          <a:ln w="12700">
            <a:solidFill>
              <a:srgbClr val="66707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21">
            <a:extLst>
              <a:ext uri="{FF2B5EF4-FFF2-40B4-BE49-F238E27FC236}">
                <a16:creationId xmlns:a16="http://schemas.microsoft.com/office/drawing/2014/main" id="{623EED82-0E38-B29A-91E8-0C77B2B62D8A}"/>
              </a:ext>
            </a:extLst>
          </p:cNvPr>
          <p:cNvSpPr txBox="1"/>
          <p:nvPr/>
        </p:nvSpPr>
        <p:spPr>
          <a:xfrm>
            <a:off x="7071886" y="3457840"/>
            <a:ext cx="692498" cy="33932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b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最接近</a:t>
            </a:r>
            <a:endParaRPr b="0" dirty="0">
              <a:solidFill>
                <a:schemeClr val="tx1">
                  <a:lumMod val="95000"/>
                  <a:lumOff val="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76" name="Connector 22">
            <a:extLst>
              <a:ext uri="{FF2B5EF4-FFF2-40B4-BE49-F238E27FC236}">
                <a16:creationId xmlns:a16="http://schemas.microsoft.com/office/drawing/2014/main" id="{CCCB89EA-FCF5-FE2B-10F9-BC333F0B9496}"/>
              </a:ext>
            </a:extLst>
          </p:cNvPr>
          <p:cNvCxnSpPr/>
          <p:nvPr/>
        </p:nvCxnSpPr>
        <p:spPr>
          <a:xfrm flipH="1">
            <a:off x="8520034" y="4546860"/>
            <a:ext cx="3048000" cy="0"/>
          </a:xfrm>
          <a:prstGeom prst="line">
            <a:avLst/>
          </a:prstGeom>
          <a:ln w="31750">
            <a:solidFill>
              <a:srgbClr val="C4432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Oval 23">
            <a:extLst>
              <a:ext uri="{FF2B5EF4-FFF2-40B4-BE49-F238E27FC236}">
                <a16:creationId xmlns:a16="http://schemas.microsoft.com/office/drawing/2014/main" id="{03D130AF-CF58-A0A5-8182-1913EFEB5944}"/>
              </a:ext>
            </a:extLst>
          </p:cNvPr>
          <p:cNvSpPr/>
          <p:nvPr/>
        </p:nvSpPr>
        <p:spPr>
          <a:xfrm>
            <a:off x="11275934" y="4483360"/>
            <a:ext cx="127000" cy="127000"/>
          </a:xfrm>
          <a:prstGeom prst="ellipse">
            <a:avLst/>
          </a:prstGeom>
          <a:solidFill>
            <a:srgbClr val="C44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127000" bIns="101600" rtlCol="0" anchor="t"/>
          <a:lstStyle/>
          <a:p>
            <a:pPr algn="ctr"/>
            <a:endParaRPr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8" name="Oval 24">
            <a:extLst>
              <a:ext uri="{FF2B5EF4-FFF2-40B4-BE49-F238E27FC236}">
                <a16:creationId xmlns:a16="http://schemas.microsoft.com/office/drawing/2014/main" id="{0D6F5A2F-E1DA-C1B4-8471-38B39DEBF166}"/>
              </a:ext>
            </a:extLst>
          </p:cNvPr>
          <p:cNvSpPr/>
          <p:nvPr/>
        </p:nvSpPr>
        <p:spPr>
          <a:xfrm>
            <a:off x="9320134" y="4483360"/>
            <a:ext cx="127000" cy="127000"/>
          </a:xfrm>
          <a:prstGeom prst="ellipse">
            <a:avLst/>
          </a:prstGeom>
          <a:solidFill>
            <a:srgbClr val="C44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127000" bIns="101600" rtlCol="0" anchor="t"/>
          <a:lstStyle/>
          <a:p>
            <a:pPr algn="ctr"/>
            <a:endParaRPr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9" name="TextBox 25">
            <a:extLst>
              <a:ext uri="{FF2B5EF4-FFF2-40B4-BE49-F238E27FC236}">
                <a16:creationId xmlns:a16="http://schemas.microsoft.com/office/drawing/2014/main" id="{80711FA3-89E9-3B32-710C-C62C9C219695}"/>
              </a:ext>
            </a:extLst>
          </p:cNvPr>
          <p:cNvSpPr txBox="1"/>
          <p:nvPr/>
        </p:nvSpPr>
        <p:spPr>
          <a:xfrm>
            <a:off x="9207420" y="4140460"/>
            <a:ext cx="2462214" cy="33932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b="1" dirty="0" err="1">
                <a:solidFill>
                  <a:srgbClr val="C4432B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正面に来る</a:t>
            </a:r>
            <a:r>
              <a:rPr b="1" dirty="0">
                <a:solidFill>
                  <a:srgbClr val="C4432B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 → </a:t>
            </a:r>
            <a:r>
              <a:rPr b="1" dirty="0" err="1">
                <a:solidFill>
                  <a:srgbClr val="C4432B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至近警告</a:t>
            </a:r>
            <a:endParaRPr b="1" dirty="0">
              <a:solidFill>
                <a:srgbClr val="C4432B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80" name="TextBox 26">
            <a:extLst>
              <a:ext uri="{FF2B5EF4-FFF2-40B4-BE49-F238E27FC236}">
                <a16:creationId xmlns:a16="http://schemas.microsoft.com/office/drawing/2014/main" id="{F87C183D-51AD-246E-2DD2-A9D30CC40C9F}"/>
              </a:ext>
            </a:extLst>
          </p:cNvPr>
          <p:cNvSpPr txBox="1"/>
          <p:nvPr/>
        </p:nvSpPr>
        <p:spPr>
          <a:xfrm>
            <a:off x="8668813" y="4724660"/>
            <a:ext cx="3000821" cy="33932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b="0" dirty="0" err="1">
                <a:solidFill>
                  <a:srgbClr val="C4432B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方位が変わらないまま近づく</a:t>
            </a:r>
            <a:endParaRPr b="0" dirty="0">
              <a:solidFill>
                <a:srgbClr val="C4432B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81" name="Oval 27">
            <a:extLst>
              <a:ext uri="{FF2B5EF4-FFF2-40B4-BE49-F238E27FC236}">
                <a16:creationId xmlns:a16="http://schemas.microsoft.com/office/drawing/2014/main" id="{A25E8916-E7DF-2B4C-7225-4EE3DF6F41B4}"/>
              </a:ext>
            </a:extLst>
          </p:cNvPr>
          <p:cNvSpPr/>
          <p:nvPr/>
        </p:nvSpPr>
        <p:spPr>
          <a:xfrm>
            <a:off x="7719934" y="4457960"/>
            <a:ext cx="177800" cy="177800"/>
          </a:xfrm>
          <a:prstGeom prst="ellipse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127000" bIns="101600" rtlCol="0" anchor="t"/>
          <a:lstStyle/>
          <a:p>
            <a:pPr algn="ctr"/>
            <a:endParaRPr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82" name="TextBox 28">
            <a:extLst>
              <a:ext uri="{FF2B5EF4-FFF2-40B4-BE49-F238E27FC236}">
                <a16:creationId xmlns:a16="http://schemas.microsoft.com/office/drawing/2014/main" id="{4FFA3B6C-0B33-33F5-A367-4793E8A53608}"/>
              </a:ext>
            </a:extLst>
          </p:cNvPr>
          <p:cNvSpPr txBox="1"/>
          <p:nvPr/>
        </p:nvSpPr>
        <p:spPr>
          <a:xfrm>
            <a:off x="7462585" y="5169955"/>
            <a:ext cx="692497" cy="33932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b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歩行者</a:t>
            </a:r>
            <a:endParaRPr b="0" dirty="0">
              <a:solidFill>
                <a:schemeClr val="tx1">
                  <a:lumMod val="95000"/>
                  <a:lumOff val="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83" name="TextBox 29">
            <a:extLst>
              <a:ext uri="{FF2B5EF4-FFF2-40B4-BE49-F238E27FC236}">
                <a16:creationId xmlns:a16="http://schemas.microsoft.com/office/drawing/2014/main" id="{B089571C-DFD3-DFC6-4F0C-7382203C8B44}"/>
              </a:ext>
            </a:extLst>
          </p:cNvPr>
          <p:cNvSpPr txBox="1"/>
          <p:nvPr/>
        </p:nvSpPr>
        <p:spPr>
          <a:xfrm>
            <a:off x="7894186" y="5442218"/>
            <a:ext cx="3359895" cy="33932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lang="ja-JP" altLang="en-US" b="0" dirty="0">
                <a:solidFill>
                  <a:schemeClr val="bg2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点線</a:t>
            </a:r>
            <a:r>
              <a:rPr lang="ja-JP" altLang="en-US" dirty="0">
                <a:solidFill>
                  <a:schemeClr val="bg2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の円</a:t>
            </a:r>
            <a:r>
              <a:rPr lang="ja-JP" altLang="en-US" b="0" dirty="0">
                <a:solidFill>
                  <a:schemeClr val="bg2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 ＝ 距離しきい値</a:t>
            </a:r>
            <a:r>
              <a:rPr lang="en-US" altLang="ja-JP" b="0" dirty="0">
                <a:solidFill>
                  <a:schemeClr val="bg2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lang="ja-JP" altLang="en-US" b="0" dirty="0">
                <a:solidFill>
                  <a:schemeClr val="bg2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保険</a:t>
            </a:r>
            <a:r>
              <a:rPr lang="en-US" altLang="ja-JP" b="0" dirty="0">
                <a:solidFill>
                  <a:schemeClr val="bg2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  <a:endParaRPr b="0" dirty="0">
              <a:solidFill>
                <a:schemeClr val="bg2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3" name="Rounded Rectangle 97">
            <a:extLst>
              <a:ext uri="{FF2B5EF4-FFF2-40B4-BE49-F238E27FC236}">
                <a16:creationId xmlns:a16="http://schemas.microsoft.com/office/drawing/2014/main" id="{421FC055-5F10-842E-3096-5EB9E593FA21}"/>
              </a:ext>
            </a:extLst>
          </p:cNvPr>
          <p:cNvSpPr/>
          <p:nvPr/>
        </p:nvSpPr>
        <p:spPr>
          <a:xfrm>
            <a:off x="8589723" y="6392061"/>
            <a:ext cx="900000" cy="2880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dirty="0" err="1">
                <a:solidFill>
                  <a:srgbClr val="66707F"/>
                </a:solidFill>
                <a:latin typeface="Meiryo"/>
                <a:ea typeface="メイリオ"/>
              </a:rPr>
              <a:t>まとめ</a:t>
            </a:r>
            <a:endParaRPr sz="1600" b="0" dirty="0">
              <a:solidFill>
                <a:srgbClr val="66707F"/>
              </a:solidFill>
              <a:latin typeface="Meiryo"/>
              <a:ea typeface="メイリオ"/>
            </a:endParaRPr>
          </a:p>
        </p:txBody>
      </p:sp>
      <p:sp>
        <p:nvSpPr>
          <p:cNvPr id="25" name="Rounded Rectangle 96">
            <a:extLst>
              <a:ext uri="{FF2B5EF4-FFF2-40B4-BE49-F238E27FC236}">
                <a16:creationId xmlns:a16="http://schemas.microsoft.com/office/drawing/2014/main" id="{B1FF2BD3-3355-6D6A-645E-91AEFD7DCF91}"/>
              </a:ext>
            </a:extLst>
          </p:cNvPr>
          <p:cNvSpPr/>
          <p:nvPr/>
        </p:nvSpPr>
        <p:spPr>
          <a:xfrm>
            <a:off x="7998482" y="6392061"/>
            <a:ext cx="540000" cy="2880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1600" b="0" dirty="0">
                <a:solidFill>
                  <a:srgbClr val="66707F"/>
                </a:solidFill>
                <a:latin typeface="Meiryo"/>
                <a:ea typeface="メイリオ"/>
              </a:rPr>
              <a:t>相談</a:t>
            </a:r>
            <a:endParaRPr sz="1600" b="0" dirty="0">
              <a:solidFill>
                <a:srgbClr val="66707F"/>
              </a:solidFill>
              <a:latin typeface="Meiryo"/>
              <a:ea typeface="メイリオ"/>
            </a:endParaRPr>
          </a:p>
        </p:txBody>
      </p:sp>
      <p:sp>
        <p:nvSpPr>
          <p:cNvPr id="27" name="Rounded Rectangle 95">
            <a:extLst>
              <a:ext uri="{FF2B5EF4-FFF2-40B4-BE49-F238E27FC236}">
                <a16:creationId xmlns:a16="http://schemas.microsoft.com/office/drawing/2014/main" id="{4C47DCB5-A5BD-5437-7CB6-35DF6D814B64}"/>
              </a:ext>
            </a:extLst>
          </p:cNvPr>
          <p:cNvSpPr/>
          <p:nvPr/>
        </p:nvSpPr>
        <p:spPr>
          <a:xfrm>
            <a:off x="6687241" y="6392995"/>
            <a:ext cx="1260000" cy="2880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1600" b="0" dirty="0">
                <a:solidFill>
                  <a:srgbClr val="66707F"/>
                </a:solidFill>
                <a:latin typeface="Meiryo"/>
                <a:ea typeface="メイリオ"/>
              </a:rPr>
              <a:t>実録の計画</a:t>
            </a:r>
            <a:endParaRPr sz="1600" b="0" dirty="0">
              <a:solidFill>
                <a:srgbClr val="66707F"/>
              </a:solidFill>
              <a:latin typeface="Meiryo"/>
              <a:ea typeface="メイリオ"/>
            </a:endParaRPr>
          </a:p>
        </p:txBody>
      </p:sp>
      <p:sp>
        <p:nvSpPr>
          <p:cNvPr id="29" name="Rounded Rectangle 94">
            <a:extLst>
              <a:ext uri="{FF2B5EF4-FFF2-40B4-BE49-F238E27FC236}">
                <a16:creationId xmlns:a16="http://schemas.microsoft.com/office/drawing/2014/main" id="{76375D7D-8644-85F4-1E5E-F2A77F541E73}"/>
              </a:ext>
            </a:extLst>
          </p:cNvPr>
          <p:cNvSpPr/>
          <p:nvPr/>
        </p:nvSpPr>
        <p:spPr>
          <a:xfrm>
            <a:off x="5556000" y="6394684"/>
            <a:ext cx="1080000" cy="2880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1600" dirty="0">
                <a:solidFill>
                  <a:srgbClr val="66707F"/>
                </a:solidFill>
                <a:latin typeface="Meiryo"/>
                <a:ea typeface="メイリオ"/>
              </a:rPr>
              <a:t>振り返り</a:t>
            </a:r>
            <a:endParaRPr sz="1600" b="0" dirty="0">
              <a:solidFill>
                <a:srgbClr val="66707F"/>
              </a:solidFill>
              <a:latin typeface="Meiryo"/>
              <a:ea typeface="メイリオ"/>
            </a:endParaRPr>
          </a:p>
        </p:txBody>
      </p:sp>
      <p:sp>
        <p:nvSpPr>
          <p:cNvPr id="31" name="Rounded Rectangle 93">
            <a:extLst>
              <a:ext uri="{FF2B5EF4-FFF2-40B4-BE49-F238E27FC236}">
                <a16:creationId xmlns:a16="http://schemas.microsoft.com/office/drawing/2014/main" id="{0EF7E343-92BA-5C8A-8B14-D511269B07B6}"/>
              </a:ext>
            </a:extLst>
          </p:cNvPr>
          <p:cNvSpPr/>
          <p:nvPr/>
        </p:nvSpPr>
        <p:spPr>
          <a:xfrm>
            <a:off x="4244759" y="6392061"/>
            <a:ext cx="1260000" cy="288000"/>
          </a:xfrm>
          <a:prstGeom prst="roundRect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1600" b="1" dirty="0">
                <a:solidFill>
                  <a:schemeClr val="bg1"/>
                </a:solidFill>
                <a:latin typeface="Meiryo"/>
                <a:ea typeface="メイリオ"/>
              </a:rPr>
              <a:t>研究の前提</a:t>
            </a:r>
            <a:endParaRPr sz="1600" b="1" dirty="0">
              <a:solidFill>
                <a:schemeClr val="bg1"/>
              </a:solidFill>
              <a:latin typeface="Meiryo"/>
              <a:ea typeface="メイリオ"/>
            </a:endParaRPr>
          </a:p>
        </p:txBody>
      </p:sp>
      <p:sp>
        <p:nvSpPr>
          <p:cNvPr id="33" name="Rounded Rectangle 92">
            <a:extLst>
              <a:ext uri="{FF2B5EF4-FFF2-40B4-BE49-F238E27FC236}">
                <a16:creationId xmlns:a16="http://schemas.microsoft.com/office/drawing/2014/main" id="{AF8BE0E2-EE15-3D42-3F41-9888377ABA42}"/>
              </a:ext>
            </a:extLst>
          </p:cNvPr>
          <p:cNvSpPr/>
          <p:nvPr/>
        </p:nvSpPr>
        <p:spPr>
          <a:xfrm>
            <a:off x="3113518" y="6392061"/>
            <a:ext cx="1080000" cy="2880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1600" dirty="0">
                <a:solidFill>
                  <a:srgbClr val="66707F"/>
                </a:solidFill>
                <a:latin typeface="Meiryo"/>
                <a:ea typeface="メイリオ"/>
              </a:rPr>
              <a:t>近況報告</a:t>
            </a:r>
            <a:endParaRPr sz="1600" b="0" dirty="0">
              <a:solidFill>
                <a:srgbClr val="66707F"/>
              </a:solidFill>
              <a:latin typeface="Meiryo"/>
              <a:ea typeface="メイリオ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Rectangle 41">
            <a:extLst>
              <a:ext uri="{FF2B5EF4-FFF2-40B4-BE49-F238E27FC236}">
                <a16:creationId xmlns:a16="http://schemas.microsoft.com/office/drawing/2014/main" id="{848A268F-0B45-4A23-98AC-9CACD630FFB2}"/>
              </a:ext>
            </a:extLst>
          </p:cNvPr>
          <p:cNvSpPr/>
          <p:nvPr/>
        </p:nvSpPr>
        <p:spPr>
          <a:xfrm>
            <a:off x="938240" y="4622800"/>
            <a:ext cx="5080000" cy="965200"/>
          </a:xfrm>
          <a:prstGeom prst="rect">
            <a:avLst/>
          </a:prstGeom>
          <a:solidFill>
            <a:srgbClr val="FCF8EF"/>
          </a:solidFill>
          <a:ln w="12700">
            <a:solidFill>
              <a:srgbClr val="F5E4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44">
            <a:extLst>
              <a:ext uri="{FF2B5EF4-FFF2-40B4-BE49-F238E27FC236}">
                <a16:creationId xmlns:a16="http://schemas.microsoft.com/office/drawing/2014/main" id="{9F7C6D12-D9E8-833A-239E-A6057F94B629}"/>
              </a:ext>
            </a:extLst>
          </p:cNvPr>
          <p:cNvSpPr/>
          <p:nvPr/>
        </p:nvSpPr>
        <p:spPr>
          <a:xfrm>
            <a:off x="6272240" y="4622800"/>
            <a:ext cx="5080000" cy="965200"/>
          </a:xfrm>
          <a:prstGeom prst="rect">
            <a:avLst/>
          </a:prstGeom>
          <a:solidFill>
            <a:srgbClr val="F6F7F7"/>
          </a:solidFill>
          <a:ln w="12700">
            <a:solidFill>
              <a:srgbClr val="DBDD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93DB369F-06FC-CF41-1CD5-5870AC5C443C}"/>
              </a:ext>
            </a:extLst>
          </p:cNvPr>
          <p:cNvSpPr/>
          <p:nvPr/>
        </p:nvSpPr>
        <p:spPr>
          <a:xfrm>
            <a:off x="488325" y="0"/>
            <a:ext cx="0" cy="6858000"/>
          </a:xfrm>
          <a:prstGeom prst="line">
            <a:avLst/>
          </a:prstGeom>
          <a:ln w="19050" cap="flat">
            <a:solidFill>
              <a:srgbClr val="53476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 sz="120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E8ADF383-A6AB-0123-2CE0-571EECD54513}"/>
              </a:ext>
            </a:extLst>
          </p:cNvPr>
          <p:cNvSpPr/>
          <p:nvPr/>
        </p:nvSpPr>
        <p:spPr>
          <a:xfrm flipV="1">
            <a:off x="0" y="913267"/>
            <a:ext cx="12192000" cy="0"/>
          </a:xfrm>
          <a:prstGeom prst="line">
            <a:avLst/>
          </a:prstGeom>
          <a:ln w="19050" cap="flat">
            <a:solidFill>
              <a:srgbClr val="53476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 sz="1200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CFE381C0-3D3F-D2A9-686B-07744BD4B9A2}"/>
              </a:ext>
            </a:extLst>
          </p:cNvPr>
          <p:cNvGrpSpPr/>
          <p:nvPr/>
        </p:nvGrpSpPr>
        <p:grpSpPr>
          <a:xfrm>
            <a:off x="347001" y="411790"/>
            <a:ext cx="591239" cy="89687"/>
            <a:chOff x="0" y="0"/>
            <a:chExt cx="233576" cy="35432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CF7E4642-626B-FCB0-6388-0D2AD9AEA506}"/>
                </a:ext>
              </a:extLst>
            </p:cNvPr>
            <p:cNvSpPr/>
            <p:nvPr/>
          </p:nvSpPr>
          <p:spPr>
            <a:xfrm>
              <a:off x="0" y="0"/>
              <a:ext cx="233576" cy="35432"/>
            </a:xfrm>
            <a:custGeom>
              <a:avLst/>
              <a:gdLst/>
              <a:ahLst/>
              <a:cxnLst/>
              <a:rect l="l" t="t" r="r" b="b"/>
              <a:pathLst>
                <a:path w="233576" h="35432">
                  <a:moveTo>
                    <a:pt x="0" y="0"/>
                  </a:moveTo>
                  <a:lnTo>
                    <a:pt x="233576" y="0"/>
                  </a:lnTo>
                  <a:lnTo>
                    <a:pt x="233576" y="35432"/>
                  </a:lnTo>
                  <a:lnTo>
                    <a:pt x="0" y="35432"/>
                  </a:lnTo>
                  <a:close/>
                </a:path>
              </a:pathLst>
            </a:custGeom>
            <a:gradFill rotWithShape="1">
              <a:gsLst>
                <a:gs pos="0">
                  <a:srgbClr val="53476B">
                    <a:alpha val="100000"/>
                  </a:srgbClr>
                </a:gs>
                <a:gs pos="100000">
                  <a:srgbClr val="A098B0">
                    <a:alpha val="100000"/>
                  </a:srgbClr>
                </a:gs>
              </a:gsLst>
              <a:lin ang="270000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ja-JP" altLang="en-US" sz="1200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417291F3-6BC3-37D0-652B-AD5A99AEF016}"/>
                </a:ext>
              </a:extLst>
            </p:cNvPr>
            <p:cNvSpPr txBox="1"/>
            <p:nvPr/>
          </p:nvSpPr>
          <p:spPr>
            <a:xfrm>
              <a:off x="0" y="-219075"/>
              <a:ext cx="233576" cy="254507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  <a:spcBef>
                  <a:spcPct val="0"/>
                </a:spcBef>
              </a:pPr>
              <a:endParaRPr sz="1200"/>
            </a:p>
          </p:txBody>
        </p:sp>
      </p:grp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1E6F3956-7819-C859-8C11-3F1212951EF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760"/>
          </a:xfrm>
        </p:spPr>
        <p:txBody>
          <a:bodyPr/>
          <a:lstStyle/>
          <a:p>
            <a:r>
              <a:rPr kumimoji="1" lang="en-US" altLang="ja-JP"/>
              <a:t>2026/09/15</a:t>
            </a:r>
            <a:endParaRPr kumimoji="1" lang="ja-JP" altLang="en-US"/>
          </a:p>
        </p:txBody>
      </p:sp>
      <p:sp>
        <p:nvSpPr>
          <p:cNvPr id="8" name="スライド番号プレースホルダー 7">
            <a:extLst>
              <a:ext uri="{FF2B5EF4-FFF2-40B4-BE49-F238E27FC236}">
                <a16:creationId xmlns:a16="http://schemas.microsoft.com/office/drawing/2014/main" id="{4E2638CE-FD79-C4F6-CE36-029A3927A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760"/>
          </a:xfrm>
        </p:spPr>
        <p:txBody>
          <a:bodyPr/>
          <a:lstStyle/>
          <a:p>
            <a:fld id="{4E9148DC-F7ED-4428-85F4-2C78C4B0CFB7}" type="slidenum">
              <a:rPr kumimoji="1" lang="ja-JP" altLang="en-US" smtClean="0"/>
              <a:t>8</a:t>
            </a:fld>
            <a:endParaRPr kumimoji="1" lang="ja-JP" altLang="en-US"/>
          </a:p>
        </p:txBody>
      </p:sp>
      <p:sp>
        <p:nvSpPr>
          <p:cNvPr id="24" name="TextBox 13">
            <a:extLst>
              <a:ext uri="{FF2B5EF4-FFF2-40B4-BE49-F238E27FC236}">
                <a16:creationId xmlns:a16="http://schemas.microsoft.com/office/drawing/2014/main" id="{D9F35259-5B1A-FFA1-C7FB-206E715222E7}"/>
              </a:ext>
            </a:extLst>
          </p:cNvPr>
          <p:cNvSpPr txBox="1"/>
          <p:nvPr/>
        </p:nvSpPr>
        <p:spPr>
          <a:xfrm>
            <a:off x="1079564" y="179367"/>
            <a:ext cx="10459293" cy="5770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546"/>
              </a:lnSpc>
            </a:pPr>
            <a:r>
              <a:rPr lang="ja-JP" altLang="en-US" sz="3200" b="1" spc="679" dirty="0">
                <a:latin typeface="メイリオ" panose="020B0604030504040204" pitchFamily="50" charset="-128"/>
                <a:ea typeface="メイリオ" panose="020B0604030504040204" pitchFamily="50" charset="-128"/>
                <a:cs typeface="Noto Sans JP Medium"/>
                <a:sym typeface="Noto Sans JP Medium"/>
              </a:rPr>
              <a:t>①その結果</a:t>
            </a:r>
            <a:endParaRPr lang="en-US" sz="3200" b="1" spc="679" dirty="0">
              <a:latin typeface="メイリオ" panose="020B0604030504040204" pitchFamily="50" charset="-128"/>
              <a:ea typeface="メイリオ" panose="020B0604030504040204" pitchFamily="50" charset="-128"/>
              <a:cs typeface="Noto Sans JP Medium"/>
              <a:sym typeface="Noto Sans JP Medium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017BD81-1FCF-E0E6-4095-30B10D509F6A}"/>
              </a:ext>
            </a:extLst>
          </p:cNvPr>
          <p:cNvSpPr txBox="1"/>
          <p:nvPr/>
        </p:nvSpPr>
        <p:spPr>
          <a:xfrm>
            <a:off x="938240" y="1267158"/>
            <a:ext cx="10414000" cy="271869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600" b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車を「対向型」と「すり抜け型」に分けて</a:t>
            </a:r>
            <a:r>
              <a:rPr sz="1600" b="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、</a:t>
            </a:r>
            <a:r>
              <a:rPr lang="ja-JP" altLang="en-US" sz="1600" b="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比較。</a:t>
            </a:r>
            <a:endParaRPr sz="1600" b="0" dirty="0">
              <a:solidFill>
                <a:schemeClr val="tx1">
                  <a:lumMod val="95000"/>
                  <a:lumOff val="5000"/>
                </a:schemeClr>
              </a:solidFill>
              <a:latin typeface="Meiryo"/>
              <a:ea typeface="メイリオ"/>
            </a:endParaRPr>
          </a:p>
        </p:txBody>
      </p:sp>
      <p:sp>
        <p:nvSpPr>
          <p:cNvPr id="13" name="Rectangle 11">
            <a:extLst>
              <a:ext uri="{FF2B5EF4-FFF2-40B4-BE49-F238E27FC236}">
                <a16:creationId xmlns:a16="http://schemas.microsoft.com/office/drawing/2014/main" id="{3F5FAAF4-9BDE-C1FB-1139-EA1246837422}"/>
              </a:ext>
            </a:extLst>
          </p:cNvPr>
          <p:cNvSpPr/>
          <p:nvPr/>
        </p:nvSpPr>
        <p:spPr>
          <a:xfrm>
            <a:off x="938240" y="1853241"/>
            <a:ext cx="10414000" cy="355600"/>
          </a:xfrm>
          <a:prstGeom prst="rect">
            <a:avLst/>
          </a:prstGeom>
          <a:solidFill>
            <a:srgbClr val="232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5" name="TextBox 12">
            <a:extLst>
              <a:ext uri="{FF2B5EF4-FFF2-40B4-BE49-F238E27FC236}">
                <a16:creationId xmlns:a16="http://schemas.microsoft.com/office/drawing/2014/main" id="{56B200D8-634E-C5D7-45A4-C1406570A2CD}"/>
              </a:ext>
            </a:extLst>
          </p:cNvPr>
          <p:cNvSpPr txBox="1"/>
          <p:nvPr/>
        </p:nvSpPr>
        <p:spPr>
          <a:xfrm>
            <a:off x="1116040" y="1902546"/>
            <a:ext cx="3175000" cy="302647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b="1" dirty="0" err="1">
                <a:solidFill>
                  <a:srgbClr val="FFFFFF"/>
                </a:solidFill>
                <a:latin typeface="Meiryo"/>
                <a:ea typeface="メイリオ"/>
              </a:rPr>
              <a:t>どんな車か</a:t>
            </a:r>
            <a:endParaRPr b="1" dirty="0">
              <a:solidFill>
                <a:srgbClr val="FFFFFF"/>
              </a:solidFill>
              <a:latin typeface="Meiryo"/>
              <a:ea typeface="メイリオ"/>
            </a:endParaRPr>
          </a:p>
        </p:txBody>
      </p:sp>
      <p:sp>
        <p:nvSpPr>
          <p:cNvPr id="17" name="TextBox 13">
            <a:extLst>
              <a:ext uri="{FF2B5EF4-FFF2-40B4-BE49-F238E27FC236}">
                <a16:creationId xmlns:a16="http://schemas.microsoft.com/office/drawing/2014/main" id="{6434FEE2-B5CC-3C7B-F524-E414D36CB9AF}"/>
              </a:ext>
            </a:extLst>
          </p:cNvPr>
          <p:cNvSpPr txBox="1"/>
          <p:nvPr/>
        </p:nvSpPr>
        <p:spPr>
          <a:xfrm>
            <a:off x="4367240" y="1902546"/>
            <a:ext cx="1397000" cy="302647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b="1" dirty="0">
                <a:solidFill>
                  <a:srgbClr val="FFFFFF"/>
                </a:solidFill>
                <a:latin typeface="Meiryo"/>
                <a:ea typeface="メイリオ"/>
              </a:rPr>
              <a:t>型</a:t>
            </a:r>
          </a:p>
        </p:txBody>
      </p:sp>
      <p:sp>
        <p:nvSpPr>
          <p:cNvPr id="19" name="TextBox 14">
            <a:extLst>
              <a:ext uri="{FF2B5EF4-FFF2-40B4-BE49-F238E27FC236}">
                <a16:creationId xmlns:a16="http://schemas.microsoft.com/office/drawing/2014/main" id="{CFE7921B-CD71-52EA-F411-EC828C9BA404}"/>
              </a:ext>
            </a:extLst>
          </p:cNvPr>
          <p:cNvSpPr txBox="1"/>
          <p:nvPr/>
        </p:nvSpPr>
        <p:spPr>
          <a:xfrm>
            <a:off x="5840440" y="1902546"/>
            <a:ext cx="1143000" cy="302647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b="1">
                <a:solidFill>
                  <a:srgbClr val="FFFFFF"/>
                </a:solidFill>
                <a:latin typeface="Meiryo"/>
                <a:ea typeface="メイリオ"/>
              </a:rPr>
              <a:t>件数</a:t>
            </a:r>
          </a:p>
        </p:txBody>
      </p:sp>
      <p:sp>
        <p:nvSpPr>
          <p:cNvPr id="21" name="TextBox 15">
            <a:extLst>
              <a:ext uri="{FF2B5EF4-FFF2-40B4-BE49-F238E27FC236}">
                <a16:creationId xmlns:a16="http://schemas.microsoft.com/office/drawing/2014/main" id="{3E54B023-D416-3A72-71D4-689387D86446}"/>
              </a:ext>
            </a:extLst>
          </p:cNvPr>
          <p:cNvSpPr txBox="1"/>
          <p:nvPr/>
        </p:nvSpPr>
        <p:spPr>
          <a:xfrm>
            <a:off x="7059640" y="1902546"/>
            <a:ext cx="1905000" cy="302647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b="1" dirty="0">
                <a:solidFill>
                  <a:srgbClr val="FFFFFF"/>
                </a:solidFill>
                <a:latin typeface="Meiryo"/>
                <a:ea typeface="メイリオ"/>
              </a:rPr>
              <a:t>前</a:t>
            </a:r>
          </a:p>
        </p:txBody>
      </p:sp>
      <p:sp>
        <p:nvSpPr>
          <p:cNvPr id="23" name="TextBox 16">
            <a:extLst>
              <a:ext uri="{FF2B5EF4-FFF2-40B4-BE49-F238E27FC236}">
                <a16:creationId xmlns:a16="http://schemas.microsoft.com/office/drawing/2014/main" id="{22F96D18-A221-72AE-34B3-B9568553632E}"/>
              </a:ext>
            </a:extLst>
          </p:cNvPr>
          <p:cNvSpPr txBox="1"/>
          <p:nvPr/>
        </p:nvSpPr>
        <p:spPr>
          <a:xfrm>
            <a:off x="9040840" y="1902546"/>
            <a:ext cx="1905000" cy="302647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lang="ja-JP" altLang="en-US" b="1" dirty="0">
                <a:solidFill>
                  <a:srgbClr val="FFFFFF"/>
                </a:solidFill>
                <a:latin typeface="Meiryo"/>
                <a:ea typeface="メイリオ"/>
              </a:rPr>
              <a:t>今</a:t>
            </a:r>
            <a:endParaRPr b="1" dirty="0">
              <a:solidFill>
                <a:srgbClr val="FFFFFF"/>
              </a:solidFill>
              <a:latin typeface="Meiryo"/>
              <a:ea typeface="メイリオ"/>
            </a:endParaRPr>
          </a:p>
        </p:txBody>
      </p:sp>
      <p:sp>
        <p:nvSpPr>
          <p:cNvPr id="26" name="Rectangle 17">
            <a:extLst>
              <a:ext uri="{FF2B5EF4-FFF2-40B4-BE49-F238E27FC236}">
                <a16:creationId xmlns:a16="http://schemas.microsoft.com/office/drawing/2014/main" id="{57FFB633-5FF6-21E5-3DD4-997CD44751AA}"/>
              </a:ext>
            </a:extLst>
          </p:cNvPr>
          <p:cNvSpPr/>
          <p:nvPr/>
        </p:nvSpPr>
        <p:spPr>
          <a:xfrm>
            <a:off x="938240" y="2208841"/>
            <a:ext cx="10414000" cy="558800"/>
          </a:xfrm>
          <a:prstGeom prst="rect">
            <a:avLst/>
          </a:prstGeom>
          <a:solidFill>
            <a:srgbClr val="FFFFFF"/>
          </a:solidFill>
          <a:ln w="7620">
            <a:solidFill>
              <a:srgbClr val="C9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9" name="TextBox 18">
            <a:extLst>
              <a:ext uri="{FF2B5EF4-FFF2-40B4-BE49-F238E27FC236}">
                <a16:creationId xmlns:a16="http://schemas.microsoft.com/office/drawing/2014/main" id="{2D46889C-145F-B6BF-EFF3-961A144BEF24}"/>
              </a:ext>
            </a:extLst>
          </p:cNvPr>
          <p:cNvSpPr txBox="1"/>
          <p:nvPr/>
        </p:nvSpPr>
        <p:spPr>
          <a:xfrm>
            <a:off x="1116040" y="2373941"/>
            <a:ext cx="3175000" cy="24109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400" b="0" dirty="0" err="1">
                <a:solidFill>
                  <a:srgbClr val="222838"/>
                </a:solidFill>
                <a:latin typeface="Meiryo"/>
                <a:ea typeface="メイリオ"/>
              </a:rPr>
              <a:t>危ない</a:t>
            </a:r>
            <a:r>
              <a:rPr lang="en-US" sz="1400" b="0" dirty="0">
                <a:solidFill>
                  <a:srgbClr val="222838"/>
                </a:solidFill>
                <a:latin typeface="Meiryo"/>
                <a:ea typeface="メイリオ"/>
              </a:rPr>
              <a:t>(</a:t>
            </a:r>
            <a:r>
              <a:rPr sz="1400" b="0" dirty="0">
                <a:solidFill>
                  <a:srgbClr val="222838"/>
                </a:solidFill>
                <a:latin typeface="Meiryo"/>
                <a:ea typeface="メイリオ"/>
              </a:rPr>
              <a:t>1.5m以内</a:t>
            </a:r>
            <a:r>
              <a:rPr lang="en-US" sz="1400" b="0" dirty="0">
                <a:solidFill>
                  <a:srgbClr val="222838"/>
                </a:solidFill>
                <a:latin typeface="Meiryo"/>
                <a:ea typeface="メイリオ"/>
              </a:rPr>
              <a:t>)</a:t>
            </a:r>
            <a:endParaRPr sz="1400" b="0" dirty="0">
              <a:solidFill>
                <a:srgbClr val="222838"/>
              </a:solidFill>
              <a:latin typeface="Meiryo"/>
              <a:ea typeface="メイリオ"/>
            </a:endParaRPr>
          </a:p>
        </p:txBody>
      </p:sp>
      <p:sp>
        <p:nvSpPr>
          <p:cNvPr id="32" name="TextBox 19">
            <a:extLst>
              <a:ext uri="{FF2B5EF4-FFF2-40B4-BE49-F238E27FC236}">
                <a16:creationId xmlns:a16="http://schemas.microsoft.com/office/drawing/2014/main" id="{9ECBCC86-8B90-CC7C-AE0D-4FF56E01383E}"/>
              </a:ext>
            </a:extLst>
          </p:cNvPr>
          <p:cNvSpPr txBox="1"/>
          <p:nvPr/>
        </p:nvSpPr>
        <p:spPr>
          <a:xfrm>
            <a:off x="4367240" y="2373941"/>
            <a:ext cx="1397000" cy="24109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400" b="1" dirty="0" err="1">
                <a:solidFill>
                  <a:srgbClr val="C0392B"/>
                </a:solidFill>
                <a:latin typeface="Meiryo"/>
                <a:ea typeface="メイリオ"/>
              </a:rPr>
              <a:t>対向</a:t>
            </a:r>
            <a:endParaRPr sz="1400" b="1" dirty="0">
              <a:solidFill>
                <a:srgbClr val="C0392B"/>
              </a:solidFill>
              <a:latin typeface="Meiryo"/>
              <a:ea typeface="メイリオ"/>
            </a:endParaRPr>
          </a:p>
        </p:txBody>
      </p:sp>
      <p:sp>
        <p:nvSpPr>
          <p:cNvPr id="35" name="TextBox 20">
            <a:extLst>
              <a:ext uri="{FF2B5EF4-FFF2-40B4-BE49-F238E27FC236}">
                <a16:creationId xmlns:a16="http://schemas.microsoft.com/office/drawing/2014/main" id="{10E0EF26-4A00-F8F6-0BB9-7FB1DFF5D1E9}"/>
              </a:ext>
            </a:extLst>
          </p:cNvPr>
          <p:cNvSpPr txBox="1"/>
          <p:nvPr/>
        </p:nvSpPr>
        <p:spPr>
          <a:xfrm>
            <a:off x="5840440" y="2373941"/>
            <a:ext cx="1143000" cy="24109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400" b="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460</a:t>
            </a:r>
          </a:p>
        </p:txBody>
      </p:sp>
      <p:sp>
        <p:nvSpPr>
          <p:cNvPr id="38" name="TextBox 21">
            <a:extLst>
              <a:ext uri="{FF2B5EF4-FFF2-40B4-BE49-F238E27FC236}">
                <a16:creationId xmlns:a16="http://schemas.microsoft.com/office/drawing/2014/main" id="{6C4BE516-F2B0-0621-8E8A-4076F7A76D5A}"/>
              </a:ext>
            </a:extLst>
          </p:cNvPr>
          <p:cNvSpPr txBox="1"/>
          <p:nvPr/>
        </p:nvSpPr>
        <p:spPr>
          <a:xfrm>
            <a:off x="7059640" y="2373941"/>
            <a:ext cx="1905000" cy="24109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400" b="0" dirty="0" err="1">
                <a:solidFill>
                  <a:srgbClr val="595F6E"/>
                </a:solidFill>
                <a:latin typeface="Meiryo"/>
                <a:ea typeface="メイリオ"/>
              </a:rPr>
              <a:t>強い警告</a:t>
            </a:r>
            <a:r>
              <a:rPr sz="1400" b="0" dirty="0">
                <a:solidFill>
                  <a:srgbClr val="595F6E"/>
                </a:solidFill>
                <a:latin typeface="Meiryo"/>
                <a:ea typeface="メイリオ"/>
              </a:rPr>
              <a:t> 81%</a:t>
            </a:r>
          </a:p>
        </p:txBody>
      </p:sp>
      <p:sp>
        <p:nvSpPr>
          <p:cNvPr id="40" name="TextBox 22">
            <a:extLst>
              <a:ext uri="{FF2B5EF4-FFF2-40B4-BE49-F238E27FC236}">
                <a16:creationId xmlns:a16="http://schemas.microsoft.com/office/drawing/2014/main" id="{CEEA9C29-E56C-4A0C-13AB-6640B14807B2}"/>
              </a:ext>
            </a:extLst>
          </p:cNvPr>
          <p:cNvSpPr txBox="1"/>
          <p:nvPr/>
        </p:nvSpPr>
        <p:spPr>
          <a:xfrm>
            <a:off x="9040840" y="2335841"/>
            <a:ext cx="1905000" cy="24109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400" b="1" dirty="0">
                <a:solidFill>
                  <a:srgbClr val="C0392B"/>
                </a:solidFill>
                <a:latin typeface="Meiryo"/>
                <a:ea typeface="メイリオ"/>
              </a:rPr>
              <a:t>90%</a:t>
            </a:r>
          </a:p>
        </p:txBody>
      </p:sp>
      <p:sp>
        <p:nvSpPr>
          <p:cNvPr id="43" name="Rectangle 23">
            <a:extLst>
              <a:ext uri="{FF2B5EF4-FFF2-40B4-BE49-F238E27FC236}">
                <a16:creationId xmlns:a16="http://schemas.microsoft.com/office/drawing/2014/main" id="{7BF2E70B-4BDC-5CCB-ADEB-CDA63CD5094D}"/>
              </a:ext>
            </a:extLst>
          </p:cNvPr>
          <p:cNvSpPr/>
          <p:nvPr/>
        </p:nvSpPr>
        <p:spPr>
          <a:xfrm>
            <a:off x="938240" y="2767641"/>
            <a:ext cx="10414000" cy="558800"/>
          </a:xfrm>
          <a:prstGeom prst="rect">
            <a:avLst/>
          </a:prstGeom>
          <a:solidFill>
            <a:srgbClr val="F2F3F5"/>
          </a:solidFill>
          <a:ln w="7620">
            <a:solidFill>
              <a:srgbClr val="C9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5" name="TextBox 24">
            <a:extLst>
              <a:ext uri="{FF2B5EF4-FFF2-40B4-BE49-F238E27FC236}">
                <a16:creationId xmlns:a16="http://schemas.microsoft.com/office/drawing/2014/main" id="{961EE52C-F8C4-C15D-590B-7F258E60197B}"/>
              </a:ext>
            </a:extLst>
          </p:cNvPr>
          <p:cNvSpPr txBox="1"/>
          <p:nvPr/>
        </p:nvSpPr>
        <p:spPr>
          <a:xfrm>
            <a:off x="1116040" y="2932741"/>
            <a:ext cx="3175000" cy="24109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400" b="0" dirty="0" err="1">
                <a:solidFill>
                  <a:srgbClr val="222838"/>
                </a:solidFill>
                <a:latin typeface="Meiryo"/>
                <a:ea typeface="メイリオ"/>
              </a:rPr>
              <a:t>危ない</a:t>
            </a:r>
            <a:r>
              <a:rPr lang="en-US" sz="1400" b="0" dirty="0">
                <a:solidFill>
                  <a:srgbClr val="222838"/>
                </a:solidFill>
                <a:latin typeface="Meiryo"/>
                <a:ea typeface="メイリオ"/>
              </a:rPr>
              <a:t>(</a:t>
            </a:r>
            <a:r>
              <a:rPr sz="1400" b="0" dirty="0">
                <a:solidFill>
                  <a:srgbClr val="222838"/>
                </a:solidFill>
                <a:latin typeface="Meiryo"/>
                <a:ea typeface="メイリオ"/>
              </a:rPr>
              <a:t>1.5m以内</a:t>
            </a:r>
            <a:r>
              <a:rPr lang="en-US" sz="1400" b="0" dirty="0">
                <a:solidFill>
                  <a:srgbClr val="222838"/>
                </a:solidFill>
                <a:latin typeface="Meiryo"/>
                <a:ea typeface="メイリオ"/>
              </a:rPr>
              <a:t>)</a:t>
            </a:r>
            <a:endParaRPr sz="1400" b="0" dirty="0">
              <a:solidFill>
                <a:srgbClr val="222838"/>
              </a:solidFill>
              <a:latin typeface="Meiryo"/>
              <a:ea typeface="メイリオ"/>
            </a:endParaRPr>
          </a:p>
        </p:txBody>
      </p:sp>
      <p:sp>
        <p:nvSpPr>
          <p:cNvPr id="47" name="TextBox 25">
            <a:extLst>
              <a:ext uri="{FF2B5EF4-FFF2-40B4-BE49-F238E27FC236}">
                <a16:creationId xmlns:a16="http://schemas.microsoft.com/office/drawing/2014/main" id="{9FE021B9-3E1E-0F0F-1A37-46FB7637BB99}"/>
              </a:ext>
            </a:extLst>
          </p:cNvPr>
          <p:cNvSpPr txBox="1"/>
          <p:nvPr/>
        </p:nvSpPr>
        <p:spPr>
          <a:xfrm>
            <a:off x="4367240" y="2932741"/>
            <a:ext cx="1397000" cy="24109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400" b="1" dirty="0" err="1">
                <a:solidFill>
                  <a:srgbClr val="C0392B"/>
                </a:solidFill>
                <a:latin typeface="Meiryo"/>
                <a:ea typeface="メイリオ"/>
              </a:rPr>
              <a:t>すり抜け</a:t>
            </a:r>
            <a:endParaRPr sz="1400" b="1" dirty="0">
              <a:solidFill>
                <a:srgbClr val="C0392B"/>
              </a:solidFill>
              <a:latin typeface="Meiryo"/>
              <a:ea typeface="メイリオ"/>
            </a:endParaRPr>
          </a:p>
        </p:txBody>
      </p:sp>
      <p:sp>
        <p:nvSpPr>
          <p:cNvPr id="49" name="TextBox 26">
            <a:extLst>
              <a:ext uri="{FF2B5EF4-FFF2-40B4-BE49-F238E27FC236}">
                <a16:creationId xmlns:a16="http://schemas.microsoft.com/office/drawing/2014/main" id="{FAC770C2-971C-62B1-D751-1018CC18E5AC}"/>
              </a:ext>
            </a:extLst>
          </p:cNvPr>
          <p:cNvSpPr txBox="1"/>
          <p:nvPr/>
        </p:nvSpPr>
        <p:spPr>
          <a:xfrm>
            <a:off x="5840440" y="2932741"/>
            <a:ext cx="1143000" cy="24109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400" b="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43</a:t>
            </a:r>
          </a:p>
        </p:txBody>
      </p:sp>
      <p:sp>
        <p:nvSpPr>
          <p:cNvPr id="52" name="TextBox 27">
            <a:extLst>
              <a:ext uri="{FF2B5EF4-FFF2-40B4-BE49-F238E27FC236}">
                <a16:creationId xmlns:a16="http://schemas.microsoft.com/office/drawing/2014/main" id="{AC355FA1-D8B1-C4AD-BAD9-1995BB3B253B}"/>
              </a:ext>
            </a:extLst>
          </p:cNvPr>
          <p:cNvSpPr txBox="1"/>
          <p:nvPr/>
        </p:nvSpPr>
        <p:spPr>
          <a:xfrm>
            <a:off x="7059640" y="2932741"/>
            <a:ext cx="1905000" cy="24109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400" b="0">
                <a:solidFill>
                  <a:srgbClr val="595F6E"/>
                </a:solidFill>
                <a:latin typeface="Meiryo"/>
                <a:ea typeface="メイリオ"/>
              </a:rPr>
              <a:t>強い警告 77%</a:t>
            </a:r>
          </a:p>
        </p:txBody>
      </p:sp>
      <p:sp>
        <p:nvSpPr>
          <p:cNvPr id="54" name="TextBox 28">
            <a:extLst>
              <a:ext uri="{FF2B5EF4-FFF2-40B4-BE49-F238E27FC236}">
                <a16:creationId xmlns:a16="http://schemas.microsoft.com/office/drawing/2014/main" id="{88DD13D8-4535-BE9D-E05C-48EBF229F738}"/>
              </a:ext>
            </a:extLst>
          </p:cNvPr>
          <p:cNvSpPr txBox="1"/>
          <p:nvPr/>
        </p:nvSpPr>
        <p:spPr>
          <a:xfrm>
            <a:off x="9040840" y="2894641"/>
            <a:ext cx="1905000" cy="24109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400" b="1">
                <a:solidFill>
                  <a:srgbClr val="C0392B"/>
                </a:solidFill>
                <a:latin typeface="Meiryo"/>
                <a:ea typeface="メイリオ"/>
              </a:rPr>
              <a:t>93%</a:t>
            </a:r>
          </a:p>
        </p:txBody>
      </p:sp>
      <p:sp>
        <p:nvSpPr>
          <p:cNvPr id="56" name="Rectangle 29">
            <a:extLst>
              <a:ext uri="{FF2B5EF4-FFF2-40B4-BE49-F238E27FC236}">
                <a16:creationId xmlns:a16="http://schemas.microsoft.com/office/drawing/2014/main" id="{76BC228D-7848-A048-A3A4-E402586814B6}"/>
              </a:ext>
            </a:extLst>
          </p:cNvPr>
          <p:cNvSpPr/>
          <p:nvPr/>
        </p:nvSpPr>
        <p:spPr>
          <a:xfrm>
            <a:off x="938240" y="3326441"/>
            <a:ext cx="10414000" cy="558800"/>
          </a:xfrm>
          <a:prstGeom prst="rect">
            <a:avLst/>
          </a:prstGeom>
          <a:solidFill>
            <a:srgbClr val="FFFFFF"/>
          </a:solidFill>
          <a:ln w="7620">
            <a:solidFill>
              <a:srgbClr val="C9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8" name="TextBox 30">
            <a:extLst>
              <a:ext uri="{FF2B5EF4-FFF2-40B4-BE49-F238E27FC236}">
                <a16:creationId xmlns:a16="http://schemas.microsoft.com/office/drawing/2014/main" id="{07319E2A-6600-5B31-9929-7E6B06450778}"/>
              </a:ext>
            </a:extLst>
          </p:cNvPr>
          <p:cNvSpPr txBox="1"/>
          <p:nvPr/>
        </p:nvSpPr>
        <p:spPr>
          <a:xfrm>
            <a:off x="1116040" y="3491541"/>
            <a:ext cx="3175000" cy="24109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400" b="0" dirty="0" err="1">
                <a:solidFill>
                  <a:srgbClr val="222838"/>
                </a:solidFill>
                <a:latin typeface="Meiryo"/>
                <a:ea typeface="メイリオ"/>
              </a:rPr>
              <a:t>鳴らすべきでない</a:t>
            </a:r>
            <a:r>
              <a:rPr lang="en-US" sz="1400" b="0" dirty="0">
                <a:solidFill>
                  <a:srgbClr val="222838"/>
                </a:solidFill>
                <a:latin typeface="Meiryo"/>
                <a:ea typeface="メイリオ"/>
              </a:rPr>
              <a:t>(</a:t>
            </a:r>
            <a:r>
              <a:rPr sz="1400" b="0" dirty="0">
                <a:solidFill>
                  <a:srgbClr val="222838"/>
                </a:solidFill>
                <a:latin typeface="Meiryo"/>
                <a:ea typeface="メイリオ"/>
              </a:rPr>
              <a:t>3.2m超</a:t>
            </a:r>
            <a:r>
              <a:rPr lang="en-US" sz="1400" b="0" dirty="0">
                <a:solidFill>
                  <a:srgbClr val="222838"/>
                </a:solidFill>
                <a:latin typeface="Meiryo"/>
                <a:ea typeface="メイリオ"/>
              </a:rPr>
              <a:t>)</a:t>
            </a:r>
            <a:endParaRPr sz="1400" b="0" dirty="0">
              <a:solidFill>
                <a:srgbClr val="222838"/>
              </a:solidFill>
              <a:latin typeface="Meiryo"/>
              <a:ea typeface="メイリオ"/>
            </a:endParaRPr>
          </a:p>
        </p:txBody>
      </p:sp>
      <p:sp>
        <p:nvSpPr>
          <p:cNvPr id="60" name="TextBox 31">
            <a:extLst>
              <a:ext uri="{FF2B5EF4-FFF2-40B4-BE49-F238E27FC236}">
                <a16:creationId xmlns:a16="http://schemas.microsoft.com/office/drawing/2014/main" id="{E54D26EF-01DD-273B-DBD5-F3E6FA1F2F7F}"/>
              </a:ext>
            </a:extLst>
          </p:cNvPr>
          <p:cNvSpPr txBox="1"/>
          <p:nvPr/>
        </p:nvSpPr>
        <p:spPr>
          <a:xfrm>
            <a:off x="4367240" y="3491541"/>
            <a:ext cx="1397000" cy="24109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400" b="1">
                <a:solidFill>
                  <a:srgbClr val="2E7D5B"/>
                </a:solidFill>
                <a:latin typeface="Meiryo"/>
                <a:ea typeface="メイリオ"/>
              </a:rPr>
              <a:t>対向</a:t>
            </a:r>
          </a:p>
        </p:txBody>
      </p:sp>
      <p:sp>
        <p:nvSpPr>
          <p:cNvPr id="62" name="TextBox 32">
            <a:extLst>
              <a:ext uri="{FF2B5EF4-FFF2-40B4-BE49-F238E27FC236}">
                <a16:creationId xmlns:a16="http://schemas.microsoft.com/office/drawing/2014/main" id="{F8A9BA07-138F-85D1-92C3-5C0DB99D9EB2}"/>
              </a:ext>
            </a:extLst>
          </p:cNvPr>
          <p:cNvSpPr txBox="1"/>
          <p:nvPr/>
        </p:nvSpPr>
        <p:spPr>
          <a:xfrm>
            <a:off x="5840440" y="3491541"/>
            <a:ext cx="1143000" cy="24109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400" b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52</a:t>
            </a:r>
          </a:p>
        </p:txBody>
      </p:sp>
      <p:sp>
        <p:nvSpPr>
          <p:cNvPr id="64" name="TextBox 33">
            <a:extLst>
              <a:ext uri="{FF2B5EF4-FFF2-40B4-BE49-F238E27FC236}">
                <a16:creationId xmlns:a16="http://schemas.microsoft.com/office/drawing/2014/main" id="{34308D62-94DE-8388-35C3-1B22C11E4D57}"/>
              </a:ext>
            </a:extLst>
          </p:cNvPr>
          <p:cNvSpPr txBox="1"/>
          <p:nvPr/>
        </p:nvSpPr>
        <p:spPr>
          <a:xfrm>
            <a:off x="7059640" y="3491541"/>
            <a:ext cx="1905000" cy="24109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lang="en-US" sz="1400" b="0" dirty="0">
                <a:solidFill>
                  <a:srgbClr val="595F6E"/>
                </a:solidFill>
                <a:latin typeface="Meiryo"/>
                <a:ea typeface="メイリオ"/>
              </a:rPr>
              <a:t>  </a:t>
            </a:r>
            <a:r>
              <a:rPr sz="1400" b="0" dirty="0" err="1">
                <a:solidFill>
                  <a:srgbClr val="595F6E"/>
                </a:solidFill>
                <a:latin typeface="Meiryo"/>
                <a:ea typeface="メイリオ"/>
              </a:rPr>
              <a:t>黙れた</a:t>
            </a:r>
            <a:r>
              <a:rPr lang="en-US" sz="1400" b="0" dirty="0">
                <a:solidFill>
                  <a:srgbClr val="595F6E"/>
                </a:solidFill>
                <a:latin typeface="Meiryo"/>
                <a:ea typeface="メイリオ"/>
              </a:rPr>
              <a:t>  </a:t>
            </a:r>
            <a:r>
              <a:rPr sz="1400" b="0" dirty="0">
                <a:solidFill>
                  <a:srgbClr val="595F6E"/>
                </a:solidFill>
                <a:latin typeface="Meiryo"/>
                <a:ea typeface="メイリオ"/>
              </a:rPr>
              <a:t>33%</a:t>
            </a:r>
          </a:p>
        </p:txBody>
      </p:sp>
      <p:sp>
        <p:nvSpPr>
          <p:cNvPr id="66" name="TextBox 34">
            <a:extLst>
              <a:ext uri="{FF2B5EF4-FFF2-40B4-BE49-F238E27FC236}">
                <a16:creationId xmlns:a16="http://schemas.microsoft.com/office/drawing/2014/main" id="{A93AFC76-62DB-0AAA-7441-E1E52EB54709}"/>
              </a:ext>
            </a:extLst>
          </p:cNvPr>
          <p:cNvSpPr txBox="1"/>
          <p:nvPr/>
        </p:nvSpPr>
        <p:spPr>
          <a:xfrm>
            <a:off x="9040840" y="3453441"/>
            <a:ext cx="1905000" cy="24109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400" b="1" dirty="0">
                <a:solidFill>
                  <a:srgbClr val="2E7D5B"/>
                </a:solidFill>
                <a:latin typeface="Meiryo"/>
                <a:ea typeface="メイリオ"/>
              </a:rPr>
              <a:t>71%</a:t>
            </a:r>
          </a:p>
        </p:txBody>
      </p:sp>
      <p:sp>
        <p:nvSpPr>
          <p:cNvPr id="68" name="Rectangle 35">
            <a:extLst>
              <a:ext uri="{FF2B5EF4-FFF2-40B4-BE49-F238E27FC236}">
                <a16:creationId xmlns:a16="http://schemas.microsoft.com/office/drawing/2014/main" id="{FA746CBF-69EF-7B05-2809-D760135B608B}"/>
              </a:ext>
            </a:extLst>
          </p:cNvPr>
          <p:cNvSpPr/>
          <p:nvPr/>
        </p:nvSpPr>
        <p:spPr>
          <a:xfrm>
            <a:off x="938240" y="3885241"/>
            <a:ext cx="10414000" cy="558800"/>
          </a:xfrm>
          <a:prstGeom prst="rect">
            <a:avLst/>
          </a:prstGeom>
          <a:solidFill>
            <a:srgbClr val="F2F3F5"/>
          </a:solidFill>
          <a:ln w="7620">
            <a:solidFill>
              <a:srgbClr val="C9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70" name="TextBox 36">
            <a:extLst>
              <a:ext uri="{FF2B5EF4-FFF2-40B4-BE49-F238E27FC236}">
                <a16:creationId xmlns:a16="http://schemas.microsoft.com/office/drawing/2014/main" id="{EA0951F4-370F-C95C-E415-856A68EA1162}"/>
              </a:ext>
            </a:extLst>
          </p:cNvPr>
          <p:cNvSpPr txBox="1"/>
          <p:nvPr/>
        </p:nvSpPr>
        <p:spPr>
          <a:xfrm>
            <a:off x="1116040" y="4050341"/>
            <a:ext cx="3175000" cy="24109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400" b="0" dirty="0" err="1">
                <a:solidFill>
                  <a:srgbClr val="222838"/>
                </a:solidFill>
                <a:latin typeface="Meiryo"/>
                <a:ea typeface="メイリオ"/>
              </a:rPr>
              <a:t>鳴らすべきでない</a:t>
            </a:r>
            <a:r>
              <a:rPr lang="en-US" sz="1400" b="0" dirty="0">
                <a:solidFill>
                  <a:srgbClr val="222838"/>
                </a:solidFill>
                <a:latin typeface="Meiryo"/>
                <a:ea typeface="メイリオ"/>
              </a:rPr>
              <a:t>(</a:t>
            </a:r>
            <a:r>
              <a:rPr sz="1400" b="0" dirty="0">
                <a:solidFill>
                  <a:srgbClr val="222838"/>
                </a:solidFill>
                <a:latin typeface="Meiryo"/>
                <a:ea typeface="メイリオ"/>
              </a:rPr>
              <a:t>3.2m超</a:t>
            </a:r>
            <a:r>
              <a:rPr lang="en-US" sz="1400" b="0" dirty="0">
                <a:solidFill>
                  <a:srgbClr val="222838"/>
                </a:solidFill>
                <a:latin typeface="Meiryo"/>
                <a:ea typeface="メイリオ"/>
              </a:rPr>
              <a:t>)</a:t>
            </a:r>
            <a:endParaRPr sz="1400" b="0" dirty="0">
              <a:solidFill>
                <a:srgbClr val="222838"/>
              </a:solidFill>
              <a:latin typeface="Meiryo"/>
              <a:ea typeface="メイリオ"/>
            </a:endParaRPr>
          </a:p>
        </p:txBody>
      </p:sp>
      <p:sp>
        <p:nvSpPr>
          <p:cNvPr id="72" name="TextBox 37">
            <a:extLst>
              <a:ext uri="{FF2B5EF4-FFF2-40B4-BE49-F238E27FC236}">
                <a16:creationId xmlns:a16="http://schemas.microsoft.com/office/drawing/2014/main" id="{359B3583-5DBD-9C79-76F6-F93489B14E03}"/>
              </a:ext>
            </a:extLst>
          </p:cNvPr>
          <p:cNvSpPr txBox="1"/>
          <p:nvPr/>
        </p:nvSpPr>
        <p:spPr>
          <a:xfrm>
            <a:off x="4367240" y="4050341"/>
            <a:ext cx="1397000" cy="24109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400" b="1" dirty="0" err="1">
                <a:solidFill>
                  <a:srgbClr val="8A8F9A"/>
                </a:solidFill>
                <a:latin typeface="Meiryo"/>
                <a:ea typeface="メイリオ"/>
              </a:rPr>
              <a:t>すり抜け</a:t>
            </a:r>
            <a:endParaRPr sz="1400" b="1" dirty="0">
              <a:solidFill>
                <a:srgbClr val="8A8F9A"/>
              </a:solidFill>
              <a:latin typeface="Meiryo"/>
              <a:ea typeface="メイリオ"/>
            </a:endParaRPr>
          </a:p>
        </p:txBody>
      </p:sp>
      <p:sp>
        <p:nvSpPr>
          <p:cNvPr id="74" name="TextBox 38">
            <a:extLst>
              <a:ext uri="{FF2B5EF4-FFF2-40B4-BE49-F238E27FC236}">
                <a16:creationId xmlns:a16="http://schemas.microsoft.com/office/drawing/2014/main" id="{45A86E56-A5E2-6ECF-0167-0B7063B0B5A8}"/>
              </a:ext>
            </a:extLst>
          </p:cNvPr>
          <p:cNvSpPr txBox="1"/>
          <p:nvPr/>
        </p:nvSpPr>
        <p:spPr>
          <a:xfrm>
            <a:off x="5840440" y="4050341"/>
            <a:ext cx="1143000" cy="24109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400" b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501</a:t>
            </a:r>
          </a:p>
        </p:txBody>
      </p:sp>
      <p:sp>
        <p:nvSpPr>
          <p:cNvPr id="76" name="TextBox 39">
            <a:extLst>
              <a:ext uri="{FF2B5EF4-FFF2-40B4-BE49-F238E27FC236}">
                <a16:creationId xmlns:a16="http://schemas.microsoft.com/office/drawing/2014/main" id="{E15EA0C1-C3D0-40CA-4FCE-3F67654B6847}"/>
              </a:ext>
            </a:extLst>
          </p:cNvPr>
          <p:cNvSpPr txBox="1"/>
          <p:nvPr/>
        </p:nvSpPr>
        <p:spPr>
          <a:xfrm>
            <a:off x="7059640" y="4050341"/>
            <a:ext cx="1905000" cy="24109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lang="en-US" sz="1400" b="0" dirty="0">
                <a:solidFill>
                  <a:srgbClr val="595F6E"/>
                </a:solidFill>
                <a:latin typeface="Meiryo"/>
                <a:ea typeface="メイリオ"/>
              </a:rPr>
              <a:t>  </a:t>
            </a:r>
            <a:r>
              <a:rPr sz="1400" b="0" dirty="0" err="1">
                <a:solidFill>
                  <a:srgbClr val="595F6E"/>
                </a:solidFill>
                <a:latin typeface="Meiryo"/>
                <a:ea typeface="メイリオ"/>
              </a:rPr>
              <a:t>黙れた</a:t>
            </a:r>
            <a:r>
              <a:rPr lang="en-US" sz="1400" b="0" dirty="0">
                <a:solidFill>
                  <a:srgbClr val="595F6E"/>
                </a:solidFill>
                <a:latin typeface="Meiryo"/>
                <a:ea typeface="メイリオ"/>
              </a:rPr>
              <a:t>  </a:t>
            </a:r>
            <a:r>
              <a:rPr sz="1400" b="0" dirty="0">
                <a:solidFill>
                  <a:srgbClr val="595F6E"/>
                </a:solidFill>
                <a:latin typeface="Meiryo"/>
                <a:ea typeface="メイリオ"/>
              </a:rPr>
              <a:t>62%</a:t>
            </a:r>
          </a:p>
        </p:txBody>
      </p:sp>
      <p:sp>
        <p:nvSpPr>
          <p:cNvPr id="78" name="TextBox 40">
            <a:extLst>
              <a:ext uri="{FF2B5EF4-FFF2-40B4-BE49-F238E27FC236}">
                <a16:creationId xmlns:a16="http://schemas.microsoft.com/office/drawing/2014/main" id="{2AC4E71D-5710-8EF3-D67B-2CE3F0C466B2}"/>
              </a:ext>
            </a:extLst>
          </p:cNvPr>
          <p:cNvSpPr txBox="1"/>
          <p:nvPr/>
        </p:nvSpPr>
        <p:spPr>
          <a:xfrm>
            <a:off x="9040840" y="4012241"/>
            <a:ext cx="1905000" cy="24109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400" b="1" dirty="0">
                <a:solidFill>
                  <a:srgbClr val="8A8F9A"/>
                </a:solidFill>
                <a:latin typeface="Meiryo"/>
                <a:ea typeface="メイリオ"/>
              </a:rPr>
              <a:t>64%</a:t>
            </a:r>
          </a:p>
        </p:txBody>
      </p:sp>
      <p:sp>
        <p:nvSpPr>
          <p:cNvPr id="84" name="TextBox 43">
            <a:extLst>
              <a:ext uri="{FF2B5EF4-FFF2-40B4-BE49-F238E27FC236}">
                <a16:creationId xmlns:a16="http://schemas.microsoft.com/office/drawing/2014/main" id="{2FF2C9E6-D43F-9F4B-D13B-7C232913338B}"/>
              </a:ext>
            </a:extLst>
          </p:cNvPr>
          <p:cNvSpPr txBox="1"/>
          <p:nvPr/>
        </p:nvSpPr>
        <p:spPr>
          <a:xfrm>
            <a:off x="1166840" y="4592414"/>
            <a:ext cx="4699000" cy="962443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lang="ja-JP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結果</a:t>
            </a:r>
          </a:p>
          <a:p>
            <a:pPr algn="l">
              <a:lnSpc>
                <a:spcPct val="135000"/>
              </a:lnSpc>
            </a:pPr>
            <a:r>
              <a:rPr sz="1400" b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危ない車には強く鳴るようになり、鳴らすべきでない対向車では黙るようにな</a:t>
            </a:r>
            <a:r>
              <a:rPr lang="ja-JP" altLang="en-US" sz="1400" b="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った。</a:t>
            </a:r>
            <a:endParaRPr sz="1400" b="0" dirty="0">
              <a:solidFill>
                <a:schemeClr val="tx1">
                  <a:lumMod val="95000"/>
                  <a:lumOff val="5000"/>
                </a:schemeClr>
              </a:solidFill>
              <a:latin typeface="Meiryo"/>
              <a:ea typeface="メイリオ"/>
            </a:endParaRPr>
          </a:p>
        </p:txBody>
      </p:sp>
      <p:sp>
        <p:nvSpPr>
          <p:cNvPr id="90" name="TextBox 46">
            <a:extLst>
              <a:ext uri="{FF2B5EF4-FFF2-40B4-BE49-F238E27FC236}">
                <a16:creationId xmlns:a16="http://schemas.microsoft.com/office/drawing/2014/main" id="{1D70C4FC-04AA-EE23-D7C2-9AC9D68E1BD5}"/>
              </a:ext>
            </a:extLst>
          </p:cNvPr>
          <p:cNvSpPr txBox="1"/>
          <p:nvPr/>
        </p:nvSpPr>
        <p:spPr>
          <a:xfrm>
            <a:off x="6500840" y="4592414"/>
            <a:ext cx="4699000" cy="962443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弱点</a:t>
            </a:r>
            <a:endParaRPr b="1" dirty="0">
              <a:solidFill>
                <a:schemeClr val="tx1">
                  <a:lumMod val="95000"/>
                  <a:lumOff val="5000"/>
                </a:schemeClr>
              </a:solidFill>
              <a:latin typeface="Meiryo"/>
              <a:ea typeface="メイリオ"/>
            </a:endParaRPr>
          </a:p>
          <a:p>
            <a:pPr algn="l">
              <a:lnSpc>
                <a:spcPct val="135000"/>
              </a:lnSpc>
            </a:pPr>
            <a:r>
              <a:rPr sz="1400" b="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すり抜けていく安全な車での無駄鳴りは、62→64%と</a:t>
            </a:r>
            <a:endParaRPr lang="en-US" sz="1400" b="0" dirty="0">
              <a:solidFill>
                <a:schemeClr val="tx1">
                  <a:lumMod val="95000"/>
                  <a:lumOff val="5000"/>
                </a:schemeClr>
              </a:solidFill>
              <a:latin typeface="Meiryo"/>
              <a:ea typeface="メイリオ"/>
            </a:endParaRPr>
          </a:p>
          <a:p>
            <a:pPr algn="l">
              <a:lnSpc>
                <a:spcPct val="135000"/>
              </a:lnSpc>
            </a:pPr>
            <a:r>
              <a:rPr sz="1400" b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ほぼ改善してい</a:t>
            </a:r>
            <a:r>
              <a:rPr lang="ja-JP" altLang="en-US" sz="1400" b="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ない。</a:t>
            </a:r>
            <a:endParaRPr sz="1400" b="0" dirty="0">
              <a:solidFill>
                <a:schemeClr val="tx1">
                  <a:lumMod val="95000"/>
                  <a:lumOff val="5000"/>
                </a:schemeClr>
              </a:solidFill>
              <a:latin typeface="Meiryo"/>
              <a:ea typeface="メイリオ"/>
            </a:endParaRPr>
          </a:p>
        </p:txBody>
      </p:sp>
      <p:sp>
        <p:nvSpPr>
          <p:cNvPr id="92" name="TextBox 47">
            <a:extLst>
              <a:ext uri="{FF2B5EF4-FFF2-40B4-BE49-F238E27FC236}">
                <a16:creationId xmlns:a16="http://schemas.microsoft.com/office/drawing/2014/main" id="{17BAAED1-D6A9-3CD5-FE66-57746C08F9AC}"/>
              </a:ext>
            </a:extLst>
          </p:cNvPr>
          <p:cNvSpPr txBox="1"/>
          <p:nvPr/>
        </p:nvSpPr>
        <p:spPr>
          <a:xfrm>
            <a:off x="889000" y="5944559"/>
            <a:ext cx="10414000" cy="36420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※</a:t>
            </a:r>
            <a:r>
              <a:rPr lang="ja-JP" altLang="en-US" sz="1400" b="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型の分け方 </a:t>
            </a:r>
            <a:r>
              <a:rPr lang="en-US" altLang="ja-JP" sz="1400" b="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: </a:t>
            </a:r>
            <a:r>
              <a:rPr lang="ja-JP" altLang="en-US" sz="1400" b="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正解の軌跡で、最接近の</a:t>
            </a:r>
            <a:r>
              <a:rPr lang="en-US" altLang="ja-JP" sz="1400" b="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2.5〜1.5</a:t>
            </a:r>
            <a:r>
              <a:rPr lang="ja-JP" altLang="en-US" sz="1400" b="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秒前の方位変化率が</a:t>
            </a:r>
            <a:r>
              <a:rPr lang="en-US" altLang="ja-JP" sz="1400" b="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0.10 rad/s</a:t>
            </a:r>
            <a:r>
              <a:rPr lang="ja-JP" altLang="en-US" sz="1400" b="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未満なら対向型、以上ならすり抜け型</a:t>
            </a:r>
            <a:endParaRPr sz="1600" b="0" dirty="0">
              <a:solidFill>
                <a:schemeClr val="tx1">
                  <a:lumMod val="95000"/>
                  <a:lumOff val="5000"/>
                </a:schemeClr>
              </a:solidFill>
              <a:latin typeface="Meiryo"/>
              <a:ea typeface="メイリオ"/>
            </a:endParaRPr>
          </a:p>
        </p:txBody>
      </p:sp>
      <p:sp>
        <p:nvSpPr>
          <p:cNvPr id="39" name="Rounded Rectangle 97">
            <a:extLst>
              <a:ext uri="{FF2B5EF4-FFF2-40B4-BE49-F238E27FC236}">
                <a16:creationId xmlns:a16="http://schemas.microsoft.com/office/drawing/2014/main" id="{E7AAC976-C235-C86B-46BB-717D0E06638D}"/>
              </a:ext>
            </a:extLst>
          </p:cNvPr>
          <p:cNvSpPr/>
          <p:nvPr/>
        </p:nvSpPr>
        <p:spPr>
          <a:xfrm>
            <a:off x="8589723" y="6392061"/>
            <a:ext cx="900000" cy="2880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dirty="0" err="1">
                <a:solidFill>
                  <a:srgbClr val="66707F"/>
                </a:solidFill>
                <a:latin typeface="Meiryo"/>
                <a:ea typeface="メイリオ"/>
              </a:rPr>
              <a:t>まとめ</a:t>
            </a:r>
            <a:endParaRPr sz="1600" b="0" dirty="0">
              <a:solidFill>
                <a:srgbClr val="66707F"/>
              </a:solidFill>
              <a:latin typeface="Meiryo"/>
              <a:ea typeface="メイリオ"/>
            </a:endParaRPr>
          </a:p>
        </p:txBody>
      </p:sp>
      <p:sp>
        <p:nvSpPr>
          <p:cNvPr id="44" name="Rounded Rectangle 96">
            <a:extLst>
              <a:ext uri="{FF2B5EF4-FFF2-40B4-BE49-F238E27FC236}">
                <a16:creationId xmlns:a16="http://schemas.microsoft.com/office/drawing/2014/main" id="{03E08090-D77B-27D7-9B21-0AC5F761A7B1}"/>
              </a:ext>
            </a:extLst>
          </p:cNvPr>
          <p:cNvSpPr/>
          <p:nvPr/>
        </p:nvSpPr>
        <p:spPr>
          <a:xfrm>
            <a:off x="7998482" y="6392061"/>
            <a:ext cx="540000" cy="2880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1600" b="0" dirty="0">
                <a:solidFill>
                  <a:srgbClr val="66707F"/>
                </a:solidFill>
                <a:latin typeface="Meiryo"/>
                <a:ea typeface="メイリオ"/>
              </a:rPr>
              <a:t>相談</a:t>
            </a:r>
            <a:endParaRPr sz="1600" b="0" dirty="0">
              <a:solidFill>
                <a:srgbClr val="66707F"/>
              </a:solidFill>
              <a:latin typeface="Meiryo"/>
              <a:ea typeface="メイリオ"/>
            </a:endParaRPr>
          </a:p>
        </p:txBody>
      </p:sp>
      <p:sp>
        <p:nvSpPr>
          <p:cNvPr id="48" name="Rounded Rectangle 95">
            <a:extLst>
              <a:ext uri="{FF2B5EF4-FFF2-40B4-BE49-F238E27FC236}">
                <a16:creationId xmlns:a16="http://schemas.microsoft.com/office/drawing/2014/main" id="{92756D62-7C1D-4E70-2567-31A99660B925}"/>
              </a:ext>
            </a:extLst>
          </p:cNvPr>
          <p:cNvSpPr/>
          <p:nvPr/>
        </p:nvSpPr>
        <p:spPr>
          <a:xfrm>
            <a:off x="6687241" y="6392995"/>
            <a:ext cx="1260000" cy="2880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1600" b="0" dirty="0">
                <a:solidFill>
                  <a:srgbClr val="66707F"/>
                </a:solidFill>
                <a:latin typeface="Meiryo"/>
                <a:ea typeface="メイリオ"/>
              </a:rPr>
              <a:t>実録の計画</a:t>
            </a:r>
            <a:endParaRPr sz="1600" b="0" dirty="0">
              <a:solidFill>
                <a:srgbClr val="66707F"/>
              </a:solidFill>
              <a:latin typeface="Meiryo"/>
              <a:ea typeface="メイリオ"/>
            </a:endParaRPr>
          </a:p>
        </p:txBody>
      </p:sp>
      <p:sp>
        <p:nvSpPr>
          <p:cNvPr id="53" name="Rounded Rectangle 94">
            <a:extLst>
              <a:ext uri="{FF2B5EF4-FFF2-40B4-BE49-F238E27FC236}">
                <a16:creationId xmlns:a16="http://schemas.microsoft.com/office/drawing/2014/main" id="{FD63D787-56D8-2C31-406A-AEB833C59D87}"/>
              </a:ext>
            </a:extLst>
          </p:cNvPr>
          <p:cNvSpPr/>
          <p:nvPr/>
        </p:nvSpPr>
        <p:spPr>
          <a:xfrm>
            <a:off x="5556000" y="6394684"/>
            <a:ext cx="1080000" cy="288000"/>
          </a:xfrm>
          <a:prstGeom prst="roundRect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1600" b="1" dirty="0">
                <a:solidFill>
                  <a:schemeClr val="bg1"/>
                </a:solidFill>
                <a:latin typeface="Meiryo"/>
                <a:ea typeface="メイリオ"/>
              </a:rPr>
              <a:t>振り返り</a:t>
            </a:r>
            <a:endParaRPr sz="1600" b="1" dirty="0">
              <a:solidFill>
                <a:schemeClr val="bg1"/>
              </a:solidFill>
              <a:latin typeface="Meiryo"/>
              <a:ea typeface="メイリオ"/>
            </a:endParaRPr>
          </a:p>
        </p:txBody>
      </p:sp>
      <p:sp>
        <p:nvSpPr>
          <p:cNvPr id="57" name="Rounded Rectangle 93">
            <a:extLst>
              <a:ext uri="{FF2B5EF4-FFF2-40B4-BE49-F238E27FC236}">
                <a16:creationId xmlns:a16="http://schemas.microsoft.com/office/drawing/2014/main" id="{9F1785D3-53F0-B48E-A839-B4BD471B9807}"/>
              </a:ext>
            </a:extLst>
          </p:cNvPr>
          <p:cNvSpPr/>
          <p:nvPr/>
        </p:nvSpPr>
        <p:spPr>
          <a:xfrm>
            <a:off x="4244759" y="6392061"/>
            <a:ext cx="1260000" cy="2880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1600" b="0" dirty="0">
                <a:solidFill>
                  <a:srgbClr val="66707F"/>
                </a:solidFill>
                <a:latin typeface="Meiryo"/>
                <a:ea typeface="メイリオ"/>
              </a:rPr>
              <a:t>研究の前提</a:t>
            </a:r>
            <a:endParaRPr sz="1600" b="0" dirty="0">
              <a:solidFill>
                <a:srgbClr val="66707F"/>
              </a:solidFill>
              <a:latin typeface="Meiryo"/>
              <a:ea typeface="メイリオ"/>
            </a:endParaRPr>
          </a:p>
        </p:txBody>
      </p:sp>
      <p:sp>
        <p:nvSpPr>
          <p:cNvPr id="61" name="Rounded Rectangle 92">
            <a:extLst>
              <a:ext uri="{FF2B5EF4-FFF2-40B4-BE49-F238E27FC236}">
                <a16:creationId xmlns:a16="http://schemas.microsoft.com/office/drawing/2014/main" id="{F29489C0-B8AF-4122-9E72-2B6064D84B00}"/>
              </a:ext>
            </a:extLst>
          </p:cNvPr>
          <p:cNvSpPr/>
          <p:nvPr/>
        </p:nvSpPr>
        <p:spPr>
          <a:xfrm>
            <a:off x="3113518" y="6392061"/>
            <a:ext cx="1080000" cy="2880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1600" dirty="0">
                <a:solidFill>
                  <a:srgbClr val="66707F"/>
                </a:solidFill>
                <a:latin typeface="Meiryo"/>
                <a:ea typeface="メイリオ"/>
              </a:rPr>
              <a:t>近況報告</a:t>
            </a:r>
            <a:endParaRPr sz="1600" b="0" dirty="0">
              <a:solidFill>
                <a:srgbClr val="66707F"/>
              </a:solidFill>
              <a:latin typeface="Meiryo"/>
              <a:ea typeface="メイリオ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Rectangle 11">
            <a:extLst>
              <a:ext uri="{FF2B5EF4-FFF2-40B4-BE49-F238E27FC236}">
                <a16:creationId xmlns:a16="http://schemas.microsoft.com/office/drawing/2014/main" id="{99716B1E-DC5F-5654-E66B-48F4A77911D2}"/>
              </a:ext>
            </a:extLst>
          </p:cNvPr>
          <p:cNvSpPr/>
          <p:nvPr/>
        </p:nvSpPr>
        <p:spPr>
          <a:xfrm>
            <a:off x="938240" y="1456522"/>
            <a:ext cx="5080000" cy="2235200"/>
          </a:xfrm>
          <a:prstGeom prst="rect">
            <a:avLst/>
          </a:prstGeom>
          <a:solidFill>
            <a:srgbClr val="F0F5F3"/>
          </a:solidFill>
          <a:ln w="12700">
            <a:solidFill>
              <a:srgbClr val="C0D8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8" name="Rectangle 18">
            <a:extLst>
              <a:ext uri="{FF2B5EF4-FFF2-40B4-BE49-F238E27FC236}">
                <a16:creationId xmlns:a16="http://schemas.microsoft.com/office/drawing/2014/main" id="{6EC3751C-8B14-2FC5-CD2E-B96B1C1AC175}"/>
              </a:ext>
            </a:extLst>
          </p:cNvPr>
          <p:cNvSpPr/>
          <p:nvPr/>
        </p:nvSpPr>
        <p:spPr>
          <a:xfrm>
            <a:off x="6272240" y="1454411"/>
            <a:ext cx="5080000" cy="2219959"/>
          </a:xfrm>
          <a:prstGeom prst="rect">
            <a:avLst/>
          </a:prstGeom>
          <a:solidFill>
            <a:srgbClr val="F5F4F7"/>
          </a:solidFill>
          <a:ln w="12700">
            <a:solidFill>
              <a:srgbClr val="D8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3F483267-5141-DD18-077A-E9E01F100E19}"/>
              </a:ext>
            </a:extLst>
          </p:cNvPr>
          <p:cNvSpPr/>
          <p:nvPr/>
        </p:nvSpPr>
        <p:spPr>
          <a:xfrm>
            <a:off x="488325" y="0"/>
            <a:ext cx="0" cy="6858000"/>
          </a:xfrm>
          <a:prstGeom prst="line">
            <a:avLst/>
          </a:prstGeom>
          <a:ln w="19050" cap="flat">
            <a:solidFill>
              <a:srgbClr val="53476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 sz="120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321A4B73-FF08-962C-66B7-03140BAF2126}"/>
              </a:ext>
            </a:extLst>
          </p:cNvPr>
          <p:cNvSpPr/>
          <p:nvPr/>
        </p:nvSpPr>
        <p:spPr>
          <a:xfrm flipV="1">
            <a:off x="0" y="913267"/>
            <a:ext cx="12192000" cy="0"/>
          </a:xfrm>
          <a:prstGeom prst="line">
            <a:avLst/>
          </a:prstGeom>
          <a:ln w="19050" cap="flat">
            <a:solidFill>
              <a:srgbClr val="53476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 sz="1200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2BCF3D7D-E7B3-EFE3-C407-693E295DFFF6}"/>
              </a:ext>
            </a:extLst>
          </p:cNvPr>
          <p:cNvGrpSpPr/>
          <p:nvPr/>
        </p:nvGrpSpPr>
        <p:grpSpPr>
          <a:xfrm>
            <a:off x="347001" y="411790"/>
            <a:ext cx="591239" cy="89687"/>
            <a:chOff x="0" y="0"/>
            <a:chExt cx="233576" cy="35432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61662B59-9C80-7487-3C9F-4D4120154C50}"/>
                </a:ext>
              </a:extLst>
            </p:cNvPr>
            <p:cNvSpPr/>
            <p:nvPr/>
          </p:nvSpPr>
          <p:spPr>
            <a:xfrm>
              <a:off x="0" y="0"/>
              <a:ext cx="233576" cy="35432"/>
            </a:xfrm>
            <a:custGeom>
              <a:avLst/>
              <a:gdLst/>
              <a:ahLst/>
              <a:cxnLst/>
              <a:rect l="l" t="t" r="r" b="b"/>
              <a:pathLst>
                <a:path w="233576" h="35432">
                  <a:moveTo>
                    <a:pt x="0" y="0"/>
                  </a:moveTo>
                  <a:lnTo>
                    <a:pt x="233576" y="0"/>
                  </a:lnTo>
                  <a:lnTo>
                    <a:pt x="233576" y="35432"/>
                  </a:lnTo>
                  <a:lnTo>
                    <a:pt x="0" y="35432"/>
                  </a:lnTo>
                  <a:close/>
                </a:path>
              </a:pathLst>
            </a:custGeom>
            <a:gradFill rotWithShape="1">
              <a:gsLst>
                <a:gs pos="0">
                  <a:srgbClr val="53476B">
                    <a:alpha val="100000"/>
                  </a:srgbClr>
                </a:gs>
                <a:gs pos="100000">
                  <a:srgbClr val="A098B0">
                    <a:alpha val="100000"/>
                  </a:srgbClr>
                </a:gs>
              </a:gsLst>
              <a:lin ang="270000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ja-JP" altLang="en-US" sz="1200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2B863AA5-53F1-F8BE-E706-25E59CE849F9}"/>
                </a:ext>
              </a:extLst>
            </p:cNvPr>
            <p:cNvSpPr txBox="1"/>
            <p:nvPr/>
          </p:nvSpPr>
          <p:spPr>
            <a:xfrm>
              <a:off x="0" y="-219075"/>
              <a:ext cx="233576" cy="254507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  <a:spcBef>
                  <a:spcPct val="0"/>
                </a:spcBef>
              </a:pPr>
              <a:endParaRPr sz="1200"/>
            </a:p>
          </p:txBody>
        </p:sp>
      </p:grp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AA9FD6C4-F8CA-7A5B-E46C-1E52763B9AD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760"/>
          </a:xfrm>
        </p:spPr>
        <p:txBody>
          <a:bodyPr/>
          <a:lstStyle/>
          <a:p>
            <a:r>
              <a:rPr kumimoji="1" lang="en-US" altLang="ja-JP"/>
              <a:t>2026/09/15</a:t>
            </a:r>
            <a:endParaRPr kumimoji="1" lang="ja-JP" altLang="en-US"/>
          </a:p>
        </p:txBody>
      </p:sp>
      <p:sp>
        <p:nvSpPr>
          <p:cNvPr id="8" name="スライド番号プレースホルダー 7">
            <a:extLst>
              <a:ext uri="{FF2B5EF4-FFF2-40B4-BE49-F238E27FC236}">
                <a16:creationId xmlns:a16="http://schemas.microsoft.com/office/drawing/2014/main" id="{C54D001C-C917-840F-6720-6EC4E509F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760"/>
          </a:xfrm>
        </p:spPr>
        <p:txBody>
          <a:bodyPr/>
          <a:lstStyle/>
          <a:p>
            <a:fld id="{4E9148DC-F7ED-4428-85F4-2C78C4B0CFB7}" type="slidenum">
              <a:rPr kumimoji="1" lang="ja-JP" altLang="en-US" smtClean="0"/>
              <a:t>11</a:t>
            </a:fld>
            <a:endParaRPr kumimoji="1" lang="ja-JP" altLang="en-US"/>
          </a:p>
        </p:txBody>
      </p:sp>
      <p:sp>
        <p:nvSpPr>
          <p:cNvPr id="24" name="TextBox 13">
            <a:extLst>
              <a:ext uri="{FF2B5EF4-FFF2-40B4-BE49-F238E27FC236}">
                <a16:creationId xmlns:a16="http://schemas.microsoft.com/office/drawing/2014/main" id="{9F203D28-CBA1-7765-57D1-E782B10530DE}"/>
              </a:ext>
            </a:extLst>
          </p:cNvPr>
          <p:cNvSpPr txBox="1"/>
          <p:nvPr/>
        </p:nvSpPr>
        <p:spPr>
          <a:xfrm>
            <a:off x="1079564" y="179367"/>
            <a:ext cx="10459293" cy="5770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546"/>
              </a:lnSpc>
            </a:pPr>
            <a:r>
              <a:rPr lang="ja-JP" altLang="en-US" sz="3200" b="1" spc="679" dirty="0">
                <a:latin typeface="メイリオ" panose="020B0604030504040204" pitchFamily="50" charset="-128"/>
                <a:ea typeface="メイリオ" panose="020B0604030504040204" pitchFamily="50" charset="-128"/>
                <a:cs typeface="Noto Sans JP Medium"/>
                <a:sym typeface="Noto Sans JP Medium"/>
              </a:rPr>
              <a:t>④触覚デモを動かした</a:t>
            </a:r>
            <a:endParaRPr lang="en-US" sz="3200" b="1" spc="679" dirty="0">
              <a:latin typeface="メイリオ" panose="020B0604030504040204" pitchFamily="50" charset="-128"/>
              <a:ea typeface="メイリオ" panose="020B0604030504040204" pitchFamily="50" charset="-128"/>
              <a:cs typeface="Noto Sans JP Medium"/>
              <a:sym typeface="Noto Sans JP Medium"/>
            </a:endParaRPr>
          </a:p>
        </p:txBody>
      </p:sp>
      <p:sp>
        <p:nvSpPr>
          <p:cNvPr id="15" name="TextBox 13">
            <a:extLst>
              <a:ext uri="{FF2B5EF4-FFF2-40B4-BE49-F238E27FC236}">
                <a16:creationId xmlns:a16="http://schemas.microsoft.com/office/drawing/2014/main" id="{34C3FE4F-AAA7-A9CC-71ED-A69FC5C0C76E}"/>
              </a:ext>
            </a:extLst>
          </p:cNvPr>
          <p:cNvSpPr txBox="1"/>
          <p:nvPr/>
        </p:nvSpPr>
        <p:spPr>
          <a:xfrm>
            <a:off x="1141440" y="1635783"/>
            <a:ext cx="4673600" cy="302647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実機で振動</a:t>
            </a:r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  <a:latin typeface="Meiryo"/>
              <a:ea typeface="メイリオ"/>
            </a:endParaRPr>
          </a:p>
        </p:txBody>
      </p:sp>
      <p:sp>
        <p:nvSpPr>
          <p:cNvPr id="19" name="TextBox 15">
            <a:extLst>
              <a:ext uri="{FF2B5EF4-FFF2-40B4-BE49-F238E27FC236}">
                <a16:creationId xmlns:a16="http://schemas.microsoft.com/office/drawing/2014/main" id="{40A3BED1-FE7D-9FE5-C5D2-48B9BFBA3253}"/>
              </a:ext>
            </a:extLst>
          </p:cNvPr>
          <p:cNvSpPr txBox="1"/>
          <p:nvPr/>
        </p:nvSpPr>
        <p:spPr>
          <a:xfrm>
            <a:off x="1141440" y="2015196"/>
            <a:ext cx="4772081" cy="1695849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marL="171450" indent="-171450" algn="l">
              <a:lnSpc>
                <a:spcPct val="134000"/>
              </a:lnSpc>
              <a:buFont typeface="Wingdings" panose="05000000000000000000" pitchFamily="2" charset="2"/>
              <a:buChar char="Ø"/>
            </a:pPr>
            <a:r>
              <a:rPr sz="16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使ったもの</a:t>
            </a:r>
            <a:r>
              <a:rPr lang="ja-JP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：</a:t>
            </a:r>
            <a:r>
              <a:rPr sz="1600" b="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Joy-con</a:t>
            </a:r>
            <a:r>
              <a:rPr lang="en-US" sz="1600" b="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4</a:t>
            </a:r>
            <a:r>
              <a:rPr lang="ja-JP" altLang="en-US" sz="1600" b="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本</a:t>
            </a:r>
            <a:r>
              <a:rPr lang="ja-JP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・</a:t>
            </a: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Wii</a:t>
            </a:r>
            <a:r>
              <a:rPr lang="ja-JP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リモコン</a:t>
            </a:r>
            <a:r>
              <a:rPr lang="en-US" altLang="ja-JP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1</a:t>
            </a:r>
            <a:r>
              <a:rPr lang="ja-JP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本・</a:t>
            </a:r>
            <a:r>
              <a:rPr sz="1600" b="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Unity 6.6</a:t>
            </a:r>
            <a:endParaRPr lang="en-US" sz="1600" b="0" dirty="0">
              <a:solidFill>
                <a:schemeClr val="tx1">
                  <a:lumMod val="95000"/>
                  <a:lumOff val="5000"/>
                </a:schemeClr>
              </a:solidFill>
              <a:latin typeface="Meiryo"/>
              <a:ea typeface="メイリオ"/>
            </a:endParaRPr>
          </a:p>
          <a:p>
            <a:pPr>
              <a:lnSpc>
                <a:spcPct val="134000"/>
              </a:lnSpc>
            </a:pPr>
            <a:endParaRPr lang="en-US" altLang="ja-JP" sz="100" b="1" dirty="0">
              <a:solidFill>
                <a:schemeClr val="tx1">
                  <a:lumMod val="95000"/>
                  <a:lumOff val="5000"/>
                </a:schemeClr>
              </a:solidFill>
              <a:latin typeface="Meiryo"/>
              <a:ea typeface="メイリオ"/>
            </a:endParaRPr>
          </a:p>
          <a:p>
            <a:pPr marL="171450" indent="-171450">
              <a:lnSpc>
                <a:spcPct val="134000"/>
              </a:lnSpc>
              <a:buFont typeface="Wingdings" panose="05000000000000000000" pitchFamily="2" charset="2"/>
              <a:buChar char="Ø"/>
            </a:pPr>
            <a:r>
              <a:rPr lang="ja-JP" alt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鳴らす中身</a:t>
            </a:r>
            <a:r>
              <a:rPr lang="ja-JP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：62場面（歩道・実地図・評価用）</a:t>
            </a:r>
            <a:endParaRPr lang="en-US" altLang="ja-JP" sz="1600" dirty="0">
              <a:solidFill>
                <a:schemeClr val="tx1">
                  <a:lumMod val="95000"/>
                  <a:lumOff val="5000"/>
                </a:schemeClr>
              </a:solidFill>
              <a:latin typeface="Meiryo"/>
              <a:ea typeface="メイリオ"/>
            </a:endParaRPr>
          </a:p>
          <a:p>
            <a:pPr>
              <a:lnSpc>
                <a:spcPct val="134000"/>
              </a:lnSpc>
            </a:pPr>
            <a:r>
              <a:rPr lang="ja-JP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                   </a:t>
            </a:r>
            <a:r>
              <a:rPr lang="ja-JP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 </a:t>
            </a:r>
            <a:r>
              <a:rPr lang="ja-JP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通知は全て本物のモデル出力</a:t>
            </a:r>
            <a:endParaRPr lang="en-US" altLang="ja-JP" sz="1600" dirty="0">
              <a:solidFill>
                <a:schemeClr val="tx1">
                  <a:lumMod val="95000"/>
                  <a:lumOff val="5000"/>
                </a:schemeClr>
              </a:solidFill>
              <a:latin typeface="Meiryo"/>
              <a:ea typeface="メイリオ"/>
            </a:endParaRPr>
          </a:p>
          <a:p>
            <a:pPr>
              <a:lnSpc>
                <a:spcPct val="134000"/>
              </a:lnSpc>
            </a:pPr>
            <a:endParaRPr lang="en-US" altLang="ja-JP" sz="100" dirty="0">
              <a:solidFill>
                <a:schemeClr val="tx1">
                  <a:lumMod val="95000"/>
                  <a:lumOff val="5000"/>
                </a:schemeClr>
              </a:solidFill>
              <a:latin typeface="Meiryo"/>
              <a:ea typeface="メイリオ"/>
            </a:endParaRPr>
          </a:p>
          <a:p>
            <a:pPr marL="171450" indent="-171450">
              <a:lnSpc>
                <a:spcPct val="134000"/>
              </a:lnSpc>
              <a:buFont typeface="Wingdings" panose="05000000000000000000" pitchFamily="2" charset="2"/>
              <a:buChar char="Ø"/>
            </a:pPr>
            <a:r>
              <a:rPr lang="ja-JP" alt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伝え方</a:t>
            </a:r>
            <a:r>
              <a:rPr lang="ja-JP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：強＝</a:t>
            </a:r>
            <a:r>
              <a:rPr lang="en-US" altLang="ja-JP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4</a:t>
            </a:r>
            <a:r>
              <a:rPr lang="ja-JP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連打 </a:t>
            </a:r>
            <a:r>
              <a:rPr lang="en-US" altLang="ja-JP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/ </a:t>
            </a:r>
            <a:r>
              <a:rPr lang="ja-JP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中＝</a:t>
            </a:r>
            <a:r>
              <a:rPr lang="en-US" altLang="ja-JP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2</a:t>
            </a:r>
            <a:r>
              <a:rPr lang="ja-JP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発 </a:t>
            </a:r>
            <a:r>
              <a:rPr lang="en-US" altLang="ja-JP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/ </a:t>
            </a:r>
            <a:r>
              <a:rPr lang="ja-JP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警告音＝</a:t>
            </a:r>
            <a:r>
              <a:rPr lang="en-US" altLang="ja-JP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1</a:t>
            </a:r>
            <a:r>
              <a:rPr lang="ja-JP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発</a:t>
            </a:r>
          </a:p>
        </p:txBody>
      </p:sp>
      <p:sp>
        <p:nvSpPr>
          <p:cNvPr id="56" name="Rectangle 30">
            <a:extLst>
              <a:ext uri="{FF2B5EF4-FFF2-40B4-BE49-F238E27FC236}">
                <a16:creationId xmlns:a16="http://schemas.microsoft.com/office/drawing/2014/main" id="{1D8AB2E3-BB38-1A9A-27FC-D29B4C91467C}"/>
              </a:ext>
            </a:extLst>
          </p:cNvPr>
          <p:cNvSpPr/>
          <p:nvPr/>
        </p:nvSpPr>
        <p:spPr>
          <a:xfrm>
            <a:off x="938240" y="3860759"/>
            <a:ext cx="10414000" cy="2249041"/>
          </a:xfrm>
          <a:prstGeom prst="rect">
            <a:avLst/>
          </a:prstGeom>
          <a:solidFill>
            <a:srgbClr val="FFFFFF"/>
          </a:solidFill>
          <a:ln w="12700">
            <a:solidFill>
              <a:srgbClr val="C9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8" name="TextBox 31">
            <a:extLst>
              <a:ext uri="{FF2B5EF4-FFF2-40B4-BE49-F238E27FC236}">
                <a16:creationId xmlns:a16="http://schemas.microsoft.com/office/drawing/2014/main" id="{1FCEF4FF-E924-63A7-CF4E-4903649C23A9}"/>
              </a:ext>
            </a:extLst>
          </p:cNvPr>
          <p:cNvSpPr txBox="1"/>
          <p:nvPr/>
        </p:nvSpPr>
        <p:spPr>
          <a:xfrm>
            <a:off x="1141440" y="4021750"/>
            <a:ext cx="5080000" cy="302647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この先に作る首元デバイス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(</a:t>
            </a:r>
            <a:r>
              <a:rPr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構想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)</a:t>
            </a:r>
            <a:endParaRPr b="1" dirty="0">
              <a:solidFill>
                <a:schemeClr val="tx1">
                  <a:lumMod val="95000"/>
                  <a:lumOff val="5000"/>
                </a:schemeClr>
              </a:solidFill>
              <a:latin typeface="Meiryo"/>
              <a:ea typeface="メイリオ"/>
            </a:endParaRPr>
          </a:p>
        </p:txBody>
      </p:sp>
      <p:sp>
        <p:nvSpPr>
          <p:cNvPr id="60" name="Oval 32">
            <a:extLst>
              <a:ext uri="{FF2B5EF4-FFF2-40B4-BE49-F238E27FC236}">
                <a16:creationId xmlns:a16="http://schemas.microsoft.com/office/drawing/2014/main" id="{96B894ED-EC17-B17B-0AE7-4044BE5BD38E}"/>
              </a:ext>
            </a:extLst>
          </p:cNvPr>
          <p:cNvSpPr/>
          <p:nvPr/>
        </p:nvSpPr>
        <p:spPr>
          <a:xfrm>
            <a:off x="2563840" y="4706442"/>
            <a:ext cx="1574800" cy="1016000"/>
          </a:xfrm>
          <a:prstGeom prst="ellipse">
            <a:avLst/>
          </a:prstGeom>
          <a:noFill/>
          <a:ln w="114300">
            <a:solidFill>
              <a:srgbClr val="232B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62" name="Oval 33">
            <a:extLst>
              <a:ext uri="{FF2B5EF4-FFF2-40B4-BE49-F238E27FC236}">
                <a16:creationId xmlns:a16="http://schemas.microsoft.com/office/drawing/2014/main" id="{5ADCA530-46E6-66B8-FB7E-0C1F74F64842}"/>
              </a:ext>
            </a:extLst>
          </p:cNvPr>
          <p:cNvSpPr/>
          <p:nvPr/>
        </p:nvSpPr>
        <p:spPr>
          <a:xfrm>
            <a:off x="2970240" y="4960442"/>
            <a:ext cx="762000" cy="508000"/>
          </a:xfrm>
          <a:prstGeom prst="ellipse">
            <a:avLst/>
          </a:prstGeom>
          <a:solidFill>
            <a:srgbClr val="E9E9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64" name="TextBox 34">
            <a:extLst>
              <a:ext uri="{FF2B5EF4-FFF2-40B4-BE49-F238E27FC236}">
                <a16:creationId xmlns:a16="http://schemas.microsoft.com/office/drawing/2014/main" id="{CECF0B71-773F-AAC0-F66A-50CEECC5EFBE}"/>
              </a:ext>
            </a:extLst>
          </p:cNvPr>
          <p:cNvSpPr txBox="1"/>
          <p:nvPr/>
        </p:nvSpPr>
        <p:spPr>
          <a:xfrm>
            <a:off x="2970240" y="5100142"/>
            <a:ext cx="762000" cy="24109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/>
            <a:r>
              <a:rPr sz="1400" b="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首</a:t>
            </a:r>
          </a:p>
        </p:txBody>
      </p:sp>
      <p:sp>
        <p:nvSpPr>
          <p:cNvPr id="68" name="Oval 36">
            <a:extLst>
              <a:ext uri="{FF2B5EF4-FFF2-40B4-BE49-F238E27FC236}">
                <a16:creationId xmlns:a16="http://schemas.microsoft.com/office/drawing/2014/main" id="{C6EA8275-CA7E-E937-A2CA-3EBB6D5835A3}"/>
              </a:ext>
            </a:extLst>
          </p:cNvPr>
          <p:cNvSpPr/>
          <p:nvPr/>
        </p:nvSpPr>
        <p:spPr>
          <a:xfrm>
            <a:off x="2703540" y="5489978"/>
            <a:ext cx="177800" cy="177800"/>
          </a:xfrm>
          <a:prstGeom prst="ellipse">
            <a:avLst/>
          </a:prstGeom>
          <a:solidFill>
            <a:srgbClr val="E8E8E8"/>
          </a:solidFill>
          <a:ln w="10160">
            <a:solidFill>
              <a:srgbClr val="8A8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70" name="Oval 37">
            <a:extLst>
              <a:ext uri="{FF2B5EF4-FFF2-40B4-BE49-F238E27FC236}">
                <a16:creationId xmlns:a16="http://schemas.microsoft.com/office/drawing/2014/main" id="{FDCD6D76-A0E0-09CE-4F4F-046B135AD1AE}"/>
              </a:ext>
            </a:extLst>
          </p:cNvPr>
          <p:cNvSpPr/>
          <p:nvPr/>
        </p:nvSpPr>
        <p:spPr>
          <a:xfrm>
            <a:off x="3262340" y="5631333"/>
            <a:ext cx="177800" cy="177800"/>
          </a:xfrm>
          <a:prstGeom prst="ellipse">
            <a:avLst/>
          </a:prstGeom>
          <a:solidFill>
            <a:srgbClr val="E8E8E8"/>
          </a:solidFill>
          <a:ln w="10160">
            <a:solidFill>
              <a:srgbClr val="8A8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72" name="Oval 38">
            <a:extLst>
              <a:ext uri="{FF2B5EF4-FFF2-40B4-BE49-F238E27FC236}">
                <a16:creationId xmlns:a16="http://schemas.microsoft.com/office/drawing/2014/main" id="{732DCE47-7C4C-B420-28D4-1FFEDA9774CD}"/>
              </a:ext>
            </a:extLst>
          </p:cNvPr>
          <p:cNvSpPr/>
          <p:nvPr/>
        </p:nvSpPr>
        <p:spPr>
          <a:xfrm>
            <a:off x="3821140" y="5489970"/>
            <a:ext cx="177800" cy="177800"/>
          </a:xfrm>
          <a:prstGeom prst="ellipse">
            <a:avLst/>
          </a:prstGeom>
          <a:solidFill>
            <a:srgbClr val="E0A526"/>
          </a:solidFill>
          <a:ln w="2032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76" name="TextBox 40">
            <a:extLst>
              <a:ext uri="{FF2B5EF4-FFF2-40B4-BE49-F238E27FC236}">
                <a16:creationId xmlns:a16="http://schemas.microsoft.com/office/drawing/2014/main" id="{2D1A69C6-CC78-91EA-3EEF-404187A5BC92}"/>
              </a:ext>
            </a:extLst>
          </p:cNvPr>
          <p:cNvSpPr txBox="1"/>
          <p:nvPr/>
        </p:nvSpPr>
        <p:spPr>
          <a:xfrm>
            <a:off x="2081240" y="4376242"/>
            <a:ext cx="2540000" cy="271869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/>
            <a:r>
              <a:rPr sz="1600" b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歩く向き</a:t>
            </a:r>
            <a:r>
              <a:rPr lang="en-US" sz="1600" b="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(</a:t>
            </a:r>
            <a:r>
              <a:rPr lang="ja-JP" altLang="en-US" sz="1600" b="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前</a:t>
            </a:r>
            <a:r>
              <a:rPr lang="en-US" sz="1600" b="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)</a:t>
            </a:r>
            <a:endParaRPr sz="1600" b="0" dirty="0">
              <a:solidFill>
                <a:schemeClr val="tx1">
                  <a:lumMod val="95000"/>
                  <a:lumOff val="5000"/>
                </a:schemeClr>
              </a:solidFill>
              <a:latin typeface="Meiryo"/>
              <a:ea typeface="メイリオ"/>
            </a:endParaRPr>
          </a:p>
        </p:txBody>
      </p:sp>
      <p:sp>
        <p:nvSpPr>
          <p:cNvPr id="78" name="TextBox 41">
            <a:extLst>
              <a:ext uri="{FF2B5EF4-FFF2-40B4-BE49-F238E27FC236}">
                <a16:creationId xmlns:a16="http://schemas.microsoft.com/office/drawing/2014/main" id="{A36F6996-52EB-5110-00D3-D22BE8A4CE8D}"/>
              </a:ext>
            </a:extLst>
          </p:cNvPr>
          <p:cNvSpPr txBox="1"/>
          <p:nvPr/>
        </p:nvSpPr>
        <p:spPr>
          <a:xfrm>
            <a:off x="1420839" y="5847477"/>
            <a:ext cx="4217959" cy="271869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/>
            <a:r>
              <a:rPr sz="1600" b="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振動子5個＋4chマイクを同じバンドに載せる</a:t>
            </a:r>
          </a:p>
        </p:txBody>
      </p:sp>
      <p:sp>
        <p:nvSpPr>
          <p:cNvPr id="80" name="TextBox 42">
            <a:extLst>
              <a:ext uri="{FF2B5EF4-FFF2-40B4-BE49-F238E27FC236}">
                <a16:creationId xmlns:a16="http://schemas.microsoft.com/office/drawing/2014/main" id="{AC1FFD46-82F4-87D2-0EDC-2E6D6226E2EA}"/>
              </a:ext>
            </a:extLst>
          </p:cNvPr>
          <p:cNvSpPr txBox="1"/>
          <p:nvPr/>
        </p:nvSpPr>
        <p:spPr>
          <a:xfrm>
            <a:off x="5764240" y="4647343"/>
            <a:ext cx="5334000" cy="1069011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lang="ja-JP" alt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鳴っている位置で方向を、鳴り方で危険度を伝えます。</a:t>
            </a:r>
          </a:p>
          <a:p>
            <a:pPr algn="l">
              <a:lnSpc>
                <a:spcPct val="145000"/>
              </a:lnSpc>
            </a:pPr>
            <a:r>
              <a:rPr lang="ja-JP" altLang="en-US" sz="1600" b="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マイクと振動子を同じバンドに載せるので、</a:t>
            </a:r>
            <a:endParaRPr lang="en-US" altLang="ja-JP" sz="1600" b="0" dirty="0">
              <a:solidFill>
                <a:schemeClr val="tx1">
                  <a:lumMod val="95000"/>
                  <a:lumOff val="5000"/>
                </a:schemeClr>
              </a:solidFill>
              <a:latin typeface="Meiryo"/>
              <a:ea typeface="メイリオ"/>
            </a:endParaRPr>
          </a:p>
          <a:p>
            <a:pPr algn="l">
              <a:lnSpc>
                <a:spcPct val="145000"/>
              </a:lnSpc>
            </a:pPr>
            <a:r>
              <a:rPr lang="ja-JP" altLang="en-US" sz="1600" b="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「マイクから見た右」と「体から見た右」が一致。</a:t>
            </a:r>
          </a:p>
        </p:txBody>
      </p:sp>
      <p:sp>
        <p:nvSpPr>
          <p:cNvPr id="28" name="Rounded Rectangle 97">
            <a:extLst>
              <a:ext uri="{FF2B5EF4-FFF2-40B4-BE49-F238E27FC236}">
                <a16:creationId xmlns:a16="http://schemas.microsoft.com/office/drawing/2014/main" id="{CDB5241C-C987-86F8-C57A-B9703E598163}"/>
              </a:ext>
            </a:extLst>
          </p:cNvPr>
          <p:cNvSpPr/>
          <p:nvPr/>
        </p:nvSpPr>
        <p:spPr>
          <a:xfrm>
            <a:off x="8589723" y="6392061"/>
            <a:ext cx="900000" cy="2880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dirty="0" err="1">
                <a:solidFill>
                  <a:srgbClr val="66707F"/>
                </a:solidFill>
                <a:latin typeface="Meiryo"/>
                <a:ea typeface="メイリオ"/>
              </a:rPr>
              <a:t>まとめ</a:t>
            </a:r>
            <a:endParaRPr sz="1600" b="0" dirty="0">
              <a:solidFill>
                <a:srgbClr val="66707F"/>
              </a:solidFill>
              <a:latin typeface="Meiryo"/>
              <a:ea typeface="メイリオ"/>
            </a:endParaRPr>
          </a:p>
        </p:txBody>
      </p:sp>
      <p:sp>
        <p:nvSpPr>
          <p:cNvPr id="31" name="Rounded Rectangle 96">
            <a:extLst>
              <a:ext uri="{FF2B5EF4-FFF2-40B4-BE49-F238E27FC236}">
                <a16:creationId xmlns:a16="http://schemas.microsoft.com/office/drawing/2014/main" id="{2834CF8E-F873-CD78-1CAF-A6AA95D39A69}"/>
              </a:ext>
            </a:extLst>
          </p:cNvPr>
          <p:cNvSpPr/>
          <p:nvPr/>
        </p:nvSpPr>
        <p:spPr>
          <a:xfrm>
            <a:off x="7998482" y="6392061"/>
            <a:ext cx="540000" cy="2880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1600" b="0" dirty="0">
                <a:solidFill>
                  <a:srgbClr val="66707F"/>
                </a:solidFill>
                <a:latin typeface="Meiryo"/>
                <a:ea typeface="メイリオ"/>
              </a:rPr>
              <a:t>相談</a:t>
            </a:r>
            <a:endParaRPr sz="1600" b="0" dirty="0">
              <a:solidFill>
                <a:srgbClr val="66707F"/>
              </a:solidFill>
              <a:latin typeface="Meiryo"/>
              <a:ea typeface="メイリオ"/>
            </a:endParaRPr>
          </a:p>
        </p:txBody>
      </p:sp>
      <p:sp>
        <p:nvSpPr>
          <p:cNvPr id="36" name="Rounded Rectangle 95">
            <a:extLst>
              <a:ext uri="{FF2B5EF4-FFF2-40B4-BE49-F238E27FC236}">
                <a16:creationId xmlns:a16="http://schemas.microsoft.com/office/drawing/2014/main" id="{6C62AE16-ECC5-3ADD-A227-243BCD61988F}"/>
              </a:ext>
            </a:extLst>
          </p:cNvPr>
          <p:cNvSpPr/>
          <p:nvPr/>
        </p:nvSpPr>
        <p:spPr>
          <a:xfrm>
            <a:off x="6687241" y="6392995"/>
            <a:ext cx="1260000" cy="2880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1600" b="0" dirty="0">
                <a:solidFill>
                  <a:srgbClr val="66707F"/>
                </a:solidFill>
                <a:latin typeface="Meiryo"/>
                <a:ea typeface="メイリオ"/>
              </a:rPr>
              <a:t>実録の計画</a:t>
            </a:r>
            <a:endParaRPr sz="1600" b="0" dirty="0">
              <a:solidFill>
                <a:srgbClr val="66707F"/>
              </a:solidFill>
              <a:latin typeface="Meiryo"/>
              <a:ea typeface="メイリオ"/>
            </a:endParaRPr>
          </a:p>
        </p:txBody>
      </p:sp>
      <p:sp>
        <p:nvSpPr>
          <p:cNvPr id="42" name="Rounded Rectangle 94">
            <a:extLst>
              <a:ext uri="{FF2B5EF4-FFF2-40B4-BE49-F238E27FC236}">
                <a16:creationId xmlns:a16="http://schemas.microsoft.com/office/drawing/2014/main" id="{02ADDAB6-7315-4771-A920-E3065047A5FE}"/>
              </a:ext>
            </a:extLst>
          </p:cNvPr>
          <p:cNvSpPr/>
          <p:nvPr/>
        </p:nvSpPr>
        <p:spPr>
          <a:xfrm>
            <a:off x="5556000" y="6394684"/>
            <a:ext cx="1080000" cy="288000"/>
          </a:xfrm>
          <a:prstGeom prst="roundRect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1600" b="1" dirty="0">
                <a:solidFill>
                  <a:schemeClr val="bg1"/>
                </a:solidFill>
                <a:latin typeface="Meiryo"/>
                <a:ea typeface="メイリオ"/>
              </a:rPr>
              <a:t>振り返り</a:t>
            </a:r>
            <a:endParaRPr sz="1600" b="1" dirty="0">
              <a:solidFill>
                <a:schemeClr val="bg1"/>
              </a:solidFill>
              <a:latin typeface="Meiryo"/>
              <a:ea typeface="メイリオ"/>
            </a:endParaRPr>
          </a:p>
        </p:txBody>
      </p:sp>
      <p:sp>
        <p:nvSpPr>
          <p:cNvPr id="46" name="Rounded Rectangle 93">
            <a:extLst>
              <a:ext uri="{FF2B5EF4-FFF2-40B4-BE49-F238E27FC236}">
                <a16:creationId xmlns:a16="http://schemas.microsoft.com/office/drawing/2014/main" id="{7FA41A37-7CE6-1789-EF98-CBBD34906F8B}"/>
              </a:ext>
            </a:extLst>
          </p:cNvPr>
          <p:cNvSpPr/>
          <p:nvPr/>
        </p:nvSpPr>
        <p:spPr>
          <a:xfrm>
            <a:off x="4244759" y="6392061"/>
            <a:ext cx="1260000" cy="2880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1600" b="0" dirty="0">
                <a:solidFill>
                  <a:srgbClr val="66707F"/>
                </a:solidFill>
                <a:latin typeface="Meiryo"/>
                <a:ea typeface="メイリオ"/>
              </a:rPr>
              <a:t>研究の前提</a:t>
            </a:r>
            <a:endParaRPr sz="1600" b="0" dirty="0">
              <a:solidFill>
                <a:srgbClr val="66707F"/>
              </a:solidFill>
              <a:latin typeface="Meiryo"/>
              <a:ea typeface="メイリオ"/>
            </a:endParaRPr>
          </a:p>
        </p:txBody>
      </p:sp>
      <p:sp>
        <p:nvSpPr>
          <p:cNvPr id="51" name="Rounded Rectangle 92">
            <a:extLst>
              <a:ext uri="{FF2B5EF4-FFF2-40B4-BE49-F238E27FC236}">
                <a16:creationId xmlns:a16="http://schemas.microsoft.com/office/drawing/2014/main" id="{4B47CB64-D646-F5FD-5A8E-7E4F77DEAA66}"/>
              </a:ext>
            </a:extLst>
          </p:cNvPr>
          <p:cNvSpPr/>
          <p:nvPr/>
        </p:nvSpPr>
        <p:spPr>
          <a:xfrm>
            <a:off x="3113518" y="6392061"/>
            <a:ext cx="1080000" cy="2880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1600" dirty="0">
                <a:solidFill>
                  <a:srgbClr val="66707F"/>
                </a:solidFill>
                <a:latin typeface="Meiryo"/>
                <a:ea typeface="メイリオ"/>
              </a:rPr>
              <a:t>近況報告</a:t>
            </a:r>
            <a:endParaRPr sz="1600" b="0" dirty="0">
              <a:solidFill>
                <a:srgbClr val="66707F"/>
              </a:solidFill>
              <a:latin typeface="Meiryo"/>
              <a:ea typeface="メイリオ"/>
            </a:endParaRPr>
          </a:p>
        </p:txBody>
      </p:sp>
      <p:sp>
        <p:nvSpPr>
          <p:cNvPr id="17" name="TextBox 20">
            <a:extLst>
              <a:ext uri="{FF2B5EF4-FFF2-40B4-BE49-F238E27FC236}">
                <a16:creationId xmlns:a16="http://schemas.microsoft.com/office/drawing/2014/main" id="{D03699C5-7510-1434-D5E4-BE9B57054F8B}"/>
              </a:ext>
            </a:extLst>
          </p:cNvPr>
          <p:cNvSpPr txBox="1"/>
          <p:nvPr/>
        </p:nvSpPr>
        <p:spPr>
          <a:xfrm>
            <a:off x="6475440" y="1633672"/>
            <a:ext cx="4673600" cy="302647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b="1" dirty="0">
                <a:solidFill>
                  <a:srgbClr val="222838"/>
                </a:solidFill>
                <a:latin typeface="Meiryo"/>
                <a:ea typeface="メイリオ"/>
              </a:rPr>
              <a:t>3つの震え方</a:t>
            </a:r>
            <a:r>
              <a:rPr sz="1200" b="0" dirty="0">
                <a:solidFill>
                  <a:srgbClr val="8A8F9A"/>
                </a:solidFill>
                <a:latin typeface="Meiryo"/>
                <a:ea typeface="メイリオ"/>
              </a:rPr>
              <a:t>　</a:t>
            </a:r>
            <a:r>
              <a:rPr sz="1200" b="0" dirty="0" err="1">
                <a:solidFill>
                  <a:srgbClr val="8A8F9A"/>
                </a:solidFill>
                <a:latin typeface="Meiryo"/>
                <a:ea typeface="メイリオ"/>
              </a:rPr>
              <a:t>実際の長さと間隔</a:t>
            </a:r>
            <a:endParaRPr sz="1200" b="0" dirty="0">
              <a:solidFill>
                <a:srgbClr val="8A8F9A"/>
              </a:solidFill>
              <a:latin typeface="Meiryo"/>
              <a:ea typeface="メイリオ"/>
            </a:endParaRPr>
          </a:p>
        </p:txBody>
      </p:sp>
      <p:sp>
        <p:nvSpPr>
          <p:cNvPr id="20" name="Rectangle 21">
            <a:extLst>
              <a:ext uri="{FF2B5EF4-FFF2-40B4-BE49-F238E27FC236}">
                <a16:creationId xmlns:a16="http://schemas.microsoft.com/office/drawing/2014/main" id="{64E57594-ABB8-DCFA-2197-9898F973B759}"/>
              </a:ext>
            </a:extLst>
          </p:cNvPr>
          <p:cNvSpPr/>
          <p:nvPr/>
        </p:nvSpPr>
        <p:spPr>
          <a:xfrm>
            <a:off x="7763554" y="2381213"/>
            <a:ext cx="3327400" cy="10160"/>
          </a:xfrm>
          <a:prstGeom prst="rect">
            <a:avLst/>
          </a:prstGeom>
          <a:solidFill>
            <a:srgbClr val="DD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D4FD42EE-2961-C982-3A06-F91A5A19772A}"/>
              </a:ext>
            </a:extLst>
          </p:cNvPr>
          <p:cNvSpPr txBox="1"/>
          <p:nvPr/>
        </p:nvSpPr>
        <p:spPr>
          <a:xfrm>
            <a:off x="6487839" y="2049319"/>
            <a:ext cx="1219200" cy="302647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b="1" dirty="0">
                <a:solidFill>
                  <a:srgbClr val="C0392B"/>
                </a:solidFill>
                <a:latin typeface="Meiryo"/>
                <a:ea typeface="メイリオ"/>
              </a:rPr>
              <a:t>強</a:t>
            </a:r>
          </a:p>
        </p:txBody>
      </p:sp>
      <p:sp>
        <p:nvSpPr>
          <p:cNvPr id="25" name="TextBox 23">
            <a:extLst>
              <a:ext uri="{FF2B5EF4-FFF2-40B4-BE49-F238E27FC236}">
                <a16:creationId xmlns:a16="http://schemas.microsoft.com/office/drawing/2014/main" id="{3FFFD9AA-6A4E-F1DA-0CC4-B212D47406C0}"/>
              </a:ext>
            </a:extLst>
          </p:cNvPr>
          <p:cNvSpPr txBox="1"/>
          <p:nvPr/>
        </p:nvSpPr>
        <p:spPr>
          <a:xfrm>
            <a:off x="6487839" y="2291504"/>
            <a:ext cx="1219200" cy="21031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200" b="0" dirty="0" err="1">
                <a:solidFill>
                  <a:srgbClr val="8A8F9A"/>
                </a:solidFill>
                <a:latin typeface="Meiryo"/>
                <a:ea typeface="メイリオ"/>
              </a:rPr>
              <a:t>至近警告</a:t>
            </a:r>
            <a:endParaRPr sz="1200" b="0" dirty="0">
              <a:solidFill>
                <a:srgbClr val="8A8F9A"/>
              </a:solidFill>
              <a:latin typeface="Meiryo"/>
              <a:ea typeface="メイリオ"/>
            </a:endParaRPr>
          </a:p>
        </p:txBody>
      </p:sp>
      <p:sp>
        <p:nvSpPr>
          <p:cNvPr id="27" name="Rectangle 24">
            <a:extLst>
              <a:ext uri="{FF2B5EF4-FFF2-40B4-BE49-F238E27FC236}">
                <a16:creationId xmlns:a16="http://schemas.microsoft.com/office/drawing/2014/main" id="{D6151DBC-1585-867C-565A-4A0FEA1F6A5D}"/>
              </a:ext>
            </a:extLst>
          </p:cNvPr>
          <p:cNvSpPr/>
          <p:nvPr/>
        </p:nvSpPr>
        <p:spPr>
          <a:xfrm>
            <a:off x="7763554" y="2206875"/>
            <a:ext cx="474980" cy="1764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5">
            <a:extLst>
              <a:ext uri="{FF2B5EF4-FFF2-40B4-BE49-F238E27FC236}">
                <a16:creationId xmlns:a16="http://schemas.microsoft.com/office/drawing/2014/main" id="{FC60F517-3B6D-1A97-E52C-2931E8E365FC}"/>
              </a:ext>
            </a:extLst>
          </p:cNvPr>
          <p:cNvSpPr/>
          <p:nvPr/>
        </p:nvSpPr>
        <p:spPr>
          <a:xfrm>
            <a:off x="8540794" y="2206875"/>
            <a:ext cx="474980" cy="1764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26">
            <a:extLst>
              <a:ext uri="{FF2B5EF4-FFF2-40B4-BE49-F238E27FC236}">
                <a16:creationId xmlns:a16="http://schemas.microsoft.com/office/drawing/2014/main" id="{D7147974-EFF9-F2A9-5B8E-13DEAB977C57}"/>
              </a:ext>
            </a:extLst>
          </p:cNvPr>
          <p:cNvSpPr/>
          <p:nvPr/>
        </p:nvSpPr>
        <p:spPr>
          <a:xfrm>
            <a:off x="9318034" y="2206875"/>
            <a:ext cx="474980" cy="1764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27">
            <a:extLst>
              <a:ext uri="{FF2B5EF4-FFF2-40B4-BE49-F238E27FC236}">
                <a16:creationId xmlns:a16="http://schemas.microsoft.com/office/drawing/2014/main" id="{CA9CE113-2AF1-3F8F-AFF7-92EBE9E839E5}"/>
              </a:ext>
            </a:extLst>
          </p:cNvPr>
          <p:cNvSpPr/>
          <p:nvPr/>
        </p:nvSpPr>
        <p:spPr>
          <a:xfrm>
            <a:off x="10095274" y="2206875"/>
            <a:ext cx="474980" cy="1764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29">
            <a:extLst>
              <a:ext uri="{FF2B5EF4-FFF2-40B4-BE49-F238E27FC236}">
                <a16:creationId xmlns:a16="http://schemas.microsoft.com/office/drawing/2014/main" id="{B007667E-2A14-6ED9-D9A0-14353B25DB3A}"/>
              </a:ext>
            </a:extLst>
          </p:cNvPr>
          <p:cNvSpPr/>
          <p:nvPr/>
        </p:nvSpPr>
        <p:spPr>
          <a:xfrm>
            <a:off x="7763554" y="2884972"/>
            <a:ext cx="3327400" cy="10160"/>
          </a:xfrm>
          <a:prstGeom prst="rect">
            <a:avLst/>
          </a:prstGeom>
          <a:solidFill>
            <a:srgbClr val="DD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30">
            <a:extLst>
              <a:ext uri="{FF2B5EF4-FFF2-40B4-BE49-F238E27FC236}">
                <a16:creationId xmlns:a16="http://schemas.microsoft.com/office/drawing/2014/main" id="{C1397C00-30EC-6A4C-6A78-B2E5A4281ECD}"/>
              </a:ext>
            </a:extLst>
          </p:cNvPr>
          <p:cNvSpPr txBox="1"/>
          <p:nvPr/>
        </p:nvSpPr>
        <p:spPr>
          <a:xfrm>
            <a:off x="6487920" y="2567516"/>
            <a:ext cx="1219200" cy="302647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b="1" dirty="0">
                <a:solidFill>
                  <a:srgbClr val="E0A526"/>
                </a:solidFill>
                <a:latin typeface="Meiryo"/>
                <a:ea typeface="メイリオ"/>
              </a:rPr>
              <a:t>中</a:t>
            </a:r>
          </a:p>
        </p:txBody>
      </p:sp>
      <p:sp>
        <p:nvSpPr>
          <p:cNvPr id="59" name="TextBox 31">
            <a:extLst>
              <a:ext uri="{FF2B5EF4-FFF2-40B4-BE49-F238E27FC236}">
                <a16:creationId xmlns:a16="http://schemas.microsoft.com/office/drawing/2014/main" id="{935BA79E-D8F3-231B-95C6-53DAC6838F1F}"/>
              </a:ext>
            </a:extLst>
          </p:cNvPr>
          <p:cNvSpPr txBox="1"/>
          <p:nvPr/>
        </p:nvSpPr>
        <p:spPr>
          <a:xfrm>
            <a:off x="6487839" y="2790849"/>
            <a:ext cx="1219200" cy="21031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200" b="0" dirty="0" err="1">
                <a:solidFill>
                  <a:srgbClr val="8A8F9A"/>
                </a:solidFill>
                <a:latin typeface="Meiryo"/>
                <a:ea typeface="メイリオ"/>
              </a:rPr>
              <a:t>注意</a:t>
            </a:r>
            <a:endParaRPr sz="1200" b="0" dirty="0">
              <a:solidFill>
                <a:srgbClr val="8A8F9A"/>
              </a:solidFill>
              <a:latin typeface="Meiryo"/>
              <a:ea typeface="メイリオ"/>
            </a:endParaRPr>
          </a:p>
        </p:txBody>
      </p:sp>
      <p:sp>
        <p:nvSpPr>
          <p:cNvPr id="63" name="Rectangle 32">
            <a:extLst>
              <a:ext uri="{FF2B5EF4-FFF2-40B4-BE49-F238E27FC236}">
                <a16:creationId xmlns:a16="http://schemas.microsoft.com/office/drawing/2014/main" id="{00BD0D1D-8AA7-FC96-8000-8322D62D5A77}"/>
              </a:ext>
            </a:extLst>
          </p:cNvPr>
          <p:cNvSpPr/>
          <p:nvPr/>
        </p:nvSpPr>
        <p:spPr>
          <a:xfrm>
            <a:off x="7763554" y="2715714"/>
            <a:ext cx="475200" cy="176400"/>
          </a:xfrm>
          <a:prstGeom prst="rect">
            <a:avLst/>
          </a:prstGeom>
          <a:solidFill>
            <a:srgbClr val="E0A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33">
            <a:extLst>
              <a:ext uri="{FF2B5EF4-FFF2-40B4-BE49-F238E27FC236}">
                <a16:creationId xmlns:a16="http://schemas.microsoft.com/office/drawing/2014/main" id="{53CEA7D6-90C3-FAA7-E905-80C6EDF11033}"/>
              </a:ext>
            </a:extLst>
          </p:cNvPr>
          <p:cNvSpPr/>
          <p:nvPr/>
        </p:nvSpPr>
        <p:spPr>
          <a:xfrm>
            <a:off x="9318034" y="2715714"/>
            <a:ext cx="475200" cy="176400"/>
          </a:xfrm>
          <a:prstGeom prst="rect">
            <a:avLst/>
          </a:prstGeom>
          <a:solidFill>
            <a:srgbClr val="E0A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35">
            <a:extLst>
              <a:ext uri="{FF2B5EF4-FFF2-40B4-BE49-F238E27FC236}">
                <a16:creationId xmlns:a16="http://schemas.microsoft.com/office/drawing/2014/main" id="{E4B4CA3F-A75C-48B1-C4D0-1A179676D4D9}"/>
              </a:ext>
            </a:extLst>
          </p:cNvPr>
          <p:cNvSpPr/>
          <p:nvPr/>
        </p:nvSpPr>
        <p:spPr>
          <a:xfrm>
            <a:off x="7763554" y="3411417"/>
            <a:ext cx="3327400" cy="10160"/>
          </a:xfrm>
          <a:prstGeom prst="rect">
            <a:avLst/>
          </a:prstGeom>
          <a:solidFill>
            <a:srgbClr val="DD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36">
            <a:extLst>
              <a:ext uri="{FF2B5EF4-FFF2-40B4-BE49-F238E27FC236}">
                <a16:creationId xmlns:a16="http://schemas.microsoft.com/office/drawing/2014/main" id="{08950348-A8ED-95A7-AEF1-C195FD550CB5}"/>
              </a:ext>
            </a:extLst>
          </p:cNvPr>
          <p:cNvSpPr txBox="1"/>
          <p:nvPr/>
        </p:nvSpPr>
        <p:spPr>
          <a:xfrm>
            <a:off x="6487839" y="3110935"/>
            <a:ext cx="1219200" cy="302647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b="1" dirty="0" err="1">
                <a:solidFill>
                  <a:srgbClr val="2E7D5B"/>
                </a:solidFill>
                <a:latin typeface="Meiryo"/>
                <a:ea typeface="メイリオ"/>
              </a:rPr>
              <a:t>警告</a:t>
            </a:r>
            <a:endParaRPr b="1" dirty="0">
              <a:solidFill>
                <a:srgbClr val="2E7D5B"/>
              </a:solidFill>
              <a:latin typeface="Meiryo"/>
              <a:ea typeface="メイリオ"/>
            </a:endParaRPr>
          </a:p>
        </p:txBody>
      </p:sp>
      <p:sp>
        <p:nvSpPr>
          <p:cNvPr id="82" name="TextBox 37">
            <a:extLst>
              <a:ext uri="{FF2B5EF4-FFF2-40B4-BE49-F238E27FC236}">
                <a16:creationId xmlns:a16="http://schemas.microsoft.com/office/drawing/2014/main" id="{5CB419B1-07B5-2C38-A3E4-523E1791742F}"/>
              </a:ext>
            </a:extLst>
          </p:cNvPr>
          <p:cNvSpPr txBox="1"/>
          <p:nvPr/>
        </p:nvSpPr>
        <p:spPr>
          <a:xfrm>
            <a:off x="6487839" y="3408227"/>
            <a:ext cx="1219200" cy="21031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200" b="0" dirty="0" err="1">
                <a:solidFill>
                  <a:srgbClr val="8A8F9A"/>
                </a:solidFill>
                <a:latin typeface="Meiryo"/>
                <a:ea typeface="メイリオ"/>
              </a:rPr>
              <a:t>サイレン等</a:t>
            </a:r>
            <a:endParaRPr sz="1200" b="0" dirty="0">
              <a:solidFill>
                <a:srgbClr val="8A8F9A"/>
              </a:solidFill>
              <a:latin typeface="Meiryo"/>
              <a:ea typeface="メイリオ"/>
            </a:endParaRPr>
          </a:p>
        </p:txBody>
      </p:sp>
      <p:sp>
        <p:nvSpPr>
          <p:cNvPr id="84" name="Rectangle 38">
            <a:extLst>
              <a:ext uri="{FF2B5EF4-FFF2-40B4-BE49-F238E27FC236}">
                <a16:creationId xmlns:a16="http://schemas.microsoft.com/office/drawing/2014/main" id="{0C7FCD97-E4D7-37DF-912F-592E7D5A7FA8}"/>
              </a:ext>
            </a:extLst>
          </p:cNvPr>
          <p:cNvSpPr/>
          <p:nvPr/>
        </p:nvSpPr>
        <p:spPr>
          <a:xfrm>
            <a:off x="7763554" y="3233617"/>
            <a:ext cx="1295400" cy="177800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35">
            <a:extLst>
              <a:ext uri="{FF2B5EF4-FFF2-40B4-BE49-F238E27FC236}">
                <a16:creationId xmlns:a16="http://schemas.microsoft.com/office/drawing/2014/main" id="{5184B90C-233B-B314-3E06-5B80BC6518F1}"/>
              </a:ext>
            </a:extLst>
          </p:cNvPr>
          <p:cNvSpPr/>
          <p:nvPr/>
        </p:nvSpPr>
        <p:spPr>
          <a:xfrm>
            <a:off x="2703540" y="4757336"/>
            <a:ext cx="177800" cy="177800"/>
          </a:xfrm>
          <a:prstGeom prst="ellipse">
            <a:avLst/>
          </a:prstGeom>
          <a:solidFill>
            <a:srgbClr val="E8E8E8"/>
          </a:solidFill>
          <a:ln w="10160">
            <a:solidFill>
              <a:srgbClr val="8A8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9" name="Oval 39">
            <a:extLst>
              <a:ext uri="{FF2B5EF4-FFF2-40B4-BE49-F238E27FC236}">
                <a16:creationId xmlns:a16="http://schemas.microsoft.com/office/drawing/2014/main" id="{D1BE2EA6-2D59-BE2A-0ECF-2D8B0A260608}"/>
              </a:ext>
            </a:extLst>
          </p:cNvPr>
          <p:cNvSpPr/>
          <p:nvPr/>
        </p:nvSpPr>
        <p:spPr>
          <a:xfrm>
            <a:off x="3821140" y="4757336"/>
            <a:ext cx="177800" cy="177800"/>
          </a:xfrm>
          <a:prstGeom prst="ellipse">
            <a:avLst/>
          </a:prstGeom>
          <a:solidFill>
            <a:srgbClr val="E8E8E8"/>
          </a:solidFill>
          <a:ln w="10160">
            <a:solidFill>
              <a:srgbClr val="8A8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" name="Rectangle 51">
            <a:extLst>
              <a:ext uri="{FF2B5EF4-FFF2-40B4-BE49-F238E27FC236}">
                <a16:creationId xmlns:a16="http://schemas.microsoft.com/office/drawing/2014/main" id="{298362B8-A94F-053E-9AA7-9BC09F8234E0}"/>
              </a:ext>
            </a:extLst>
          </p:cNvPr>
          <p:cNvSpPr/>
          <p:nvPr/>
        </p:nvSpPr>
        <p:spPr>
          <a:xfrm>
            <a:off x="939800" y="4941865"/>
            <a:ext cx="5080000" cy="1065673"/>
          </a:xfrm>
          <a:prstGeom prst="rect">
            <a:avLst/>
          </a:prstGeom>
          <a:solidFill>
            <a:srgbClr val="FCF8EF"/>
          </a:solidFill>
          <a:ln w="12700">
            <a:solidFill>
              <a:srgbClr val="F5E4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54">
            <a:extLst>
              <a:ext uri="{FF2B5EF4-FFF2-40B4-BE49-F238E27FC236}">
                <a16:creationId xmlns:a16="http://schemas.microsoft.com/office/drawing/2014/main" id="{8912975D-DEF3-1539-420F-4F4037FEFE5C}"/>
              </a:ext>
            </a:extLst>
          </p:cNvPr>
          <p:cNvSpPr/>
          <p:nvPr/>
        </p:nvSpPr>
        <p:spPr>
          <a:xfrm>
            <a:off x="6273800" y="4941865"/>
            <a:ext cx="5080000" cy="1065673"/>
          </a:xfrm>
          <a:prstGeom prst="rect">
            <a:avLst/>
          </a:prstGeom>
          <a:solidFill>
            <a:srgbClr val="FFFFFF"/>
          </a:solidFill>
          <a:ln w="12700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79F25F56-CCB5-9EC2-C19D-82CAD5057CD7}"/>
              </a:ext>
            </a:extLst>
          </p:cNvPr>
          <p:cNvSpPr/>
          <p:nvPr/>
        </p:nvSpPr>
        <p:spPr>
          <a:xfrm>
            <a:off x="488325" y="0"/>
            <a:ext cx="0" cy="6858000"/>
          </a:xfrm>
          <a:prstGeom prst="line">
            <a:avLst/>
          </a:prstGeom>
          <a:ln w="19050" cap="flat">
            <a:solidFill>
              <a:srgbClr val="53476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 sz="120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587D4825-D130-83F2-F773-4917D5C903E8}"/>
              </a:ext>
            </a:extLst>
          </p:cNvPr>
          <p:cNvSpPr/>
          <p:nvPr/>
        </p:nvSpPr>
        <p:spPr>
          <a:xfrm flipV="1">
            <a:off x="0" y="913267"/>
            <a:ext cx="12192000" cy="0"/>
          </a:xfrm>
          <a:prstGeom prst="line">
            <a:avLst/>
          </a:prstGeom>
          <a:ln w="19050" cap="flat">
            <a:solidFill>
              <a:srgbClr val="53476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 sz="1200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89F8FA5C-121F-BF34-A3DD-0D332154440D}"/>
              </a:ext>
            </a:extLst>
          </p:cNvPr>
          <p:cNvGrpSpPr/>
          <p:nvPr/>
        </p:nvGrpSpPr>
        <p:grpSpPr>
          <a:xfrm>
            <a:off x="347001" y="411790"/>
            <a:ext cx="591239" cy="89687"/>
            <a:chOff x="0" y="0"/>
            <a:chExt cx="233576" cy="35432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ACDAF7DC-1D80-C99B-A44D-6472C9B9FB9B}"/>
                </a:ext>
              </a:extLst>
            </p:cNvPr>
            <p:cNvSpPr/>
            <p:nvPr/>
          </p:nvSpPr>
          <p:spPr>
            <a:xfrm>
              <a:off x="0" y="0"/>
              <a:ext cx="233576" cy="35432"/>
            </a:xfrm>
            <a:custGeom>
              <a:avLst/>
              <a:gdLst/>
              <a:ahLst/>
              <a:cxnLst/>
              <a:rect l="l" t="t" r="r" b="b"/>
              <a:pathLst>
                <a:path w="233576" h="35432">
                  <a:moveTo>
                    <a:pt x="0" y="0"/>
                  </a:moveTo>
                  <a:lnTo>
                    <a:pt x="233576" y="0"/>
                  </a:lnTo>
                  <a:lnTo>
                    <a:pt x="233576" y="35432"/>
                  </a:lnTo>
                  <a:lnTo>
                    <a:pt x="0" y="35432"/>
                  </a:lnTo>
                  <a:close/>
                </a:path>
              </a:pathLst>
            </a:custGeom>
            <a:gradFill rotWithShape="1">
              <a:gsLst>
                <a:gs pos="0">
                  <a:srgbClr val="53476B">
                    <a:alpha val="100000"/>
                  </a:srgbClr>
                </a:gs>
                <a:gs pos="100000">
                  <a:srgbClr val="A098B0">
                    <a:alpha val="100000"/>
                  </a:srgbClr>
                </a:gs>
              </a:gsLst>
              <a:lin ang="270000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ja-JP" altLang="en-US" sz="1200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D42192AF-D9D4-B37B-94BE-65D657186613}"/>
                </a:ext>
              </a:extLst>
            </p:cNvPr>
            <p:cNvSpPr txBox="1"/>
            <p:nvPr/>
          </p:nvSpPr>
          <p:spPr>
            <a:xfrm>
              <a:off x="0" y="-219075"/>
              <a:ext cx="233576" cy="254507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  <a:spcBef>
                  <a:spcPct val="0"/>
                </a:spcBef>
              </a:pPr>
              <a:endParaRPr sz="1200"/>
            </a:p>
          </p:txBody>
        </p:sp>
      </p:grp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8A1A3D1A-B8F4-E314-8B06-1F353F714C4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760"/>
          </a:xfrm>
        </p:spPr>
        <p:txBody>
          <a:bodyPr/>
          <a:lstStyle/>
          <a:p>
            <a:r>
              <a:rPr kumimoji="1" lang="en-US" altLang="ja-JP"/>
              <a:t>2026/09/15</a:t>
            </a:r>
            <a:endParaRPr kumimoji="1" lang="ja-JP" altLang="en-US"/>
          </a:p>
        </p:txBody>
      </p:sp>
      <p:sp>
        <p:nvSpPr>
          <p:cNvPr id="8" name="スライド番号プレースホルダー 7">
            <a:extLst>
              <a:ext uri="{FF2B5EF4-FFF2-40B4-BE49-F238E27FC236}">
                <a16:creationId xmlns:a16="http://schemas.microsoft.com/office/drawing/2014/main" id="{4354FB6D-A803-4E56-CAD7-4A91B04B0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760"/>
          </a:xfrm>
        </p:spPr>
        <p:txBody>
          <a:bodyPr/>
          <a:lstStyle/>
          <a:p>
            <a:fld id="{4E9148DC-F7ED-4428-85F4-2C78C4B0CFB7}" type="slidenum">
              <a:rPr kumimoji="1" lang="ja-JP" altLang="en-US" smtClean="0"/>
              <a:t>12</a:t>
            </a:fld>
            <a:endParaRPr kumimoji="1" lang="ja-JP" altLang="en-US"/>
          </a:p>
        </p:txBody>
      </p:sp>
      <p:sp>
        <p:nvSpPr>
          <p:cNvPr id="24" name="TextBox 13">
            <a:extLst>
              <a:ext uri="{FF2B5EF4-FFF2-40B4-BE49-F238E27FC236}">
                <a16:creationId xmlns:a16="http://schemas.microsoft.com/office/drawing/2014/main" id="{83A489EC-5C53-2B9F-3445-C9BC1EC0A4F5}"/>
              </a:ext>
            </a:extLst>
          </p:cNvPr>
          <p:cNvSpPr txBox="1"/>
          <p:nvPr/>
        </p:nvSpPr>
        <p:spPr>
          <a:xfrm>
            <a:off x="1079564" y="179367"/>
            <a:ext cx="10459293" cy="5770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546"/>
              </a:lnSpc>
            </a:pPr>
            <a:r>
              <a:rPr lang="ja-JP" altLang="en-US" sz="3200" b="1" spc="679" dirty="0">
                <a:latin typeface="メイリオ" panose="020B0604030504040204" pitchFamily="50" charset="-128"/>
                <a:ea typeface="メイリオ" panose="020B0604030504040204" pitchFamily="50" charset="-128"/>
                <a:cs typeface="Noto Sans JP Medium"/>
                <a:sym typeface="Noto Sans JP Medium"/>
              </a:rPr>
              <a:t>④同じ場面で、鳴る車と鳴らない車</a:t>
            </a:r>
            <a:endParaRPr lang="en-US" sz="3200" b="1" spc="679" dirty="0">
              <a:latin typeface="メイリオ" panose="020B0604030504040204" pitchFamily="50" charset="-128"/>
              <a:ea typeface="メイリオ" panose="020B0604030504040204" pitchFamily="50" charset="-128"/>
              <a:cs typeface="Noto Sans JP Medium"/>
              <a:sym typeface="Noto Sans JP Medium"/>
            </a:endParaRPr>
          </a:p>
        </p:txBody>
      </p:sp>
      <p:sp>
        <p:nvSpPr>
          <p:cNvPr id="28" name="Rounded Rectangle 97">
            <a:extLst>
              <a:ext uri="{FF2B5EF4-FFF2-40B4-BE49-F238E27FC236}">
                <a16:creationId xmlns:a16="http://schemas.microsoft.com/office/drawing/2014/main" id="{21D63405-D57A-4D7A-1944-7795580FA0BB}"/>
              </a:ext>
            </a:extLst>
          </p:cNvPr>
          <p:cNvSpPr/>
          <p:nvPr/>
        </p:nvSpPr>
        <p:spPr>
          <a:xfrm>
            <a:off x="8589723" y="6392061"/>
            <a:ext cx="900000" cy="2880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dirty="0" err="1">
                <a:solidFill>
                  <a:srgbClr val="66707F"/>
                </a:solidFill>
                <a:latin typeface="Meiryo"/>
                <a:ea typeface="メイリオ"/>
              </a:rPr>
              <a:t>まとめ</a:t>
            </a:r>
            <a:endParaRPr sz="1600" b="0" dirty="0">
              <a:solidFill>
                <a:srgbClr val="66707F"/>
              </a:solidFill>
              <a:latin typeface="Meiryo"/>
              <a:ea typeface="メイリオ"/>
            </a:endParaRPr>
          </a:p>
        </p:txBody>
      </p:sp>
      <p:sp>
        <p:nvSpPr>
          <p:cNvPr id="31" name="Rounded Rectangle 96">
            <a:extLst>
              <a:ext uri="{FF2B5EF4-FFF2-40B4-BE49-F238E27FC236}">
                <a16:creationId xmlns:a16="http://schemas.microsoft.com/office/drawing/2014/main" id="{9F4DAC79-F29B-C1C5-7765-DAA9D4BB43D9}"/>
              </a:ext>
            </a:extLst>
          </p:cNvPr>
          <p:cNvSpPr/>
          <p:nvPr/>
        </p:nvSpPr>
        <p:spPr>
          <a:xfrm>
            <a:off x="7998482" y="6392061"/>
            <a:ext cx="540000" cy="2880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1600" b="0" dirty="0">
                <a:solidFill>
                  <a:srgbClr val="66707F"/>
                </a:solidFill>
                <a:latin typeface="Meiryo"/>
                <a:ea typeface="メイリオ"/>
              </a:rPr>
              <a:t>相談</a:t>
            </a:r>
            <a:endParaRPr sz="1600" b="0" dirty="0">
              <a:solidFill>
                <a:srgbClr val="66707F"/>
              </a:solidFill>
              <a:latin typeface="Meiryo"/>
              <a:ea typeface="メイリオ"/>
            </a:endParaRPr>
          </a:p>
        </p:txBody>
      </p:sp>
      <p:sp>
        <p:nvSpPr>
          <p:cNvPr id="36" name="Rounded Rectangle 95">
            <a:extLst>
              <a:ext uri="{FF2B5EF4-FFF2-40B4-BE49-F238E27FC236}">
                <a16:creationId xmlns:a16="http://schemas.microsoft.com/office/drawing/2014/main" id="{1F785F7F-3FE8-88D4-E871-2E1C9E08D436}"/>
              </a:ext>
            </a:extLst>
          </p:cNvPr>
          <p:cNvSpPr/>
          <p:nvPr/>
        </p:nvSpPr>
        <p:spPr>
          <a:xfrm>
            <a:off x="6687241" y="6392995"/>
            <a:ext cx="1260000" cy="2880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1600" b="0" dirty="0">
                <a:solidFill>
                  <a:srgbClr val="66707F"/>
                </a:solidFill>
                <a:latin typeface="Meiryo"/>
                <a:ea typeface="メイリオ"/>
              </a:rPr>
              <a:t>実録の計画</a:t>
            </a:r>
            <a:endParaRPr sz="1600" b="0" dirty="0">
              <a:solidFill>
                <a:srgbClr val="66707F"/>
              </a:solidFill>
              <a:latin typeface="Meiryo"/>
              <a:ea typeface="メイリオ"/>
            </a:endParaRPr>
          </a:p>
        </p:txBody>
      </p:sp>
      <p:sp>
        <p:nvSpPr>
          <p:cNvPr id="42" name="Rounded Rectangle 94">
            <a:extLst>
              <a:ext uri="{FF2B5EF4-FFF2-40B4-BE49-F238E27FC236}">
                <a16:creationId xmlns:a16="http://schemas.microsoft.com/office/drawing/2014/main" id="{E90EFF52-1943-8B77-568E-56EEF4FD7E09}"/>
              </a:ext>
            </a:extLst>
          </p:cNvPr>
          <p:cNvSpPr/>
          <p:nvPr/>
        </p:nvSpPr>
        <p:spPr>
          <a:xfrm>
            <a:off x="5556000" y="6394684"/>
            <a:ext cx="1080000" cy="288000"/>
          </a:xfrm>
          <a:prstGeom prst="roundRect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1600" b="1" dirty="0">
                <a:solidFill>
                  <a:schemeClr val="bg1"/>
                </a:solidFill>
                <a:latin typeface="Meiryo"/>
                <a:ea typeface="メイリオ"/>
              </a:rPr>
              <a:t>振り返り</a:t>
            </a:r>
            <a:endParaRPr sz="1600" b="1" dirty="0">
              <a:solidFill>
                <a:schemeClr val="bg1"/>
              </a:solidFill>
              <a:latin typeface="Meiryo"/>
              <a:ea typeface="メイリオ"/>
            </a:endParaRPr>
          </a:p>
        </p:txBody>
      </p:sp>
      <p:sp>
        <p:nvSpPr>
          <p:cNvPr id="46" name="Rounded Rectangle 93">
            <a:extLst>
              <a:ext uri="{FF2B5EF4-FFF2-40B4-BE49-F238E27FC236}">
                <a16:creationId xmlns:a16="http://schemas.microsoft.com/office/drawing/2014/main" id="{EE19F732-0CDC-54BA-7B4D-641E032D4873}"/>
              </a:ext>
            </a:extLst>
          </p:cNvPr>
          <p:cNvSpPr/>
          <p:nvPr/>
        </p:nvSpPr>
        <p:spPr>
          <a:xfrm>
            <a:off x="4244759" y="6392061"/>
            <a:ext cx="1260000" cy="2880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1600" b="0" dirty="0">
                <a:solidFill>
                  <a:srgbClr val="66707F"/>
                </a:solidFill>
                <a:latin typeface="Meiryo"/>
                <a:ea typeface="メイリオ"/>
              </a:rPr>
              <a:t>研究の前提</a:t>
            </a:r>
            <a:endParaRPr sz="1600" b="0" dirty="0">
              <a:solidFill>
                <a:srgbClr val="66707F"/>
              </a:solidFill>
              <a:latin typeface="Meiryo"/>
              <a:ea typeface="メイリオ"/>
            </a:endParaRPr>
          </a:p>
        </p:txBody>
      </p:sp>
      <p:sp>
        <p:nvSpPr>
          <p:cNvPr id="51" name="Rounded Rectangle 92">
            <a:extLst>
              <a:ext uri="{FF2B5EF4-FFF2-40B4-BE49-F238E27FC236}">
                <a16:creationId xmlns:a16="http://schemas.microsoft.com/office/drawing/2014/main" id="{BDA73EE4-1702-CD35-AD17-289A4F21443B}"/>
              </a:ext>
            </a:extLst>
          </p:cNvPr>
          <p:cNvSpPr/>
          <p:nvPr/>
        </p:nvSpPr>
        <p:spPr>
          <a:xfrm>
            <a:off x="3113518" y="6392061"/>
            <a:ext cx="1080000" cy="2880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1600" dirty="0">
                <a:solidFill>
                  <a:srgbClr val="66707F"/>
                </a:solidFill>
                <a:latin typeface="Meiryo"/>
                <a:ea typeface="メイリオ"/>
              </a:rPr>
              <a:t>近況報告</a:t>
            </a:r>
            <a:endParaRPr sz="1600" b="0" dirty="0">
              <a:solidFill>
                <a:srgbClr val="66707F"/>
              </a:solidFill>
              <a:latin typeface="Meiryo"/>
              <a:ea typeface="メイリオ"/>
            </a:endParaRPr>
          </a:p>
        </p:txBody>
      </p:sp>
      <p:sp>
        <p:nvSpPr>
          <p:cNvPr id="17" name="TextBox 7">
            <a:extLst>
              <a:ext uri="{FF2B5EF4-FFF2-40B4-BE49-F238E27FC236}">
                <a16:creationId xmlns:a16="http://schemas.microsoft.com/office/drawing/2014/main" id="{09F23461-33F9-A0B1-9508-3BCE41018383}"/>
              </a:ext>
            </a:extLst>
          </p:cNvPr>
          <p:cNvSpPr txBox="1"/>
          <p:nvPr/>
        </p:nvSpPr>
        <p:spPr>
          <a:xfrm>
            <a:off x="939799" y="1356375"/>
            <a:ext cx="9965265" cy="538609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marL="171450" indent="-171450" algn="l">
              <a:lnSpc>
                <a:spcPts val="2000"/>
              </a:lnSpc>
              <a:buFont typeface="Meiryo" panose="020B0604030504040204" pitchFamily="50" charset="-128"/>
              <a:buChar char="❑"/>
            </a:pPr>
            <a:r>
              <a:rPr sz="1600" b="1" dirty="0" err="1">
                <a:solidFill>
                  <a:srgbClr val="222838"/>
                </a:solidFill>
                <a:latin typeface="Meiryo"/>
                <a:ea typeface="メイリオ"/>
              </a:rPr>
              <a:t>使ったもの</a:t>
            </a:r>
            <a:r>
              <a:rPr lang="ja-JP" altLang="en-US" sz="1600" dirty="0">
                <a:solidFill>
                  <a:srgbClr val="222838"/>
                </a:solidFill>
                <a:latin typeface="Meiryo"/>
                <a:ea typeface="メイリオ"/>
              </a:rPr>
              <a:t> </a:t>
            </a:r>
            <a:r>
              <a:rPr lang="en-US" altLang="ja-JP" sz="1600" dirty="0">
                <a:solidFill>
                  <a:srgbClr val="222838"/>
                </a:solidFill>
                <a:latin typeface="Meiryo"/>
                <a:ea typeface="メイリオ"/>
              </a:rPr>
              <a:t>: Joy-con4</a:t>
            </a:r>
            <a:r>
              <a:rPr lang="ja-JP" altLang="en-US" sz="1600" dirty="0">
                <a:solidFill>
                  <a:srgbClr val="222838"/>
                </a:solidFill>
                <a:latin typeface="Meiryo"/>
                <a:ea typeface="メイリオ"/>
              </a:rPr>
              <a:t>本・</a:t>
            </a:r>
            <a:r>
              <a:rPr lang="en-US" altLang="ja-JP" sz="1600" dirty="0">
                <a:solidFill>
                  <a:srgbClr val="222838"/>
                </a:solidFill>
                <a:latin typeface="Meiryo"/>
                <a:ea typeface="メイリオ"/>
              </a:rPr>
              <a:t>Wii</a:t>
            </a:r>
            <a:r>
              <a:rPr lang="ja-JP" altLang="en-US" sz="1600" dirty="0">
                <a:solidFill>
                  <a:srgbClr val="222838"/>
                </a:solidFill>
                <a:latin typeface="Meiryo"/>
                <a:ea typeface="メイリオ"/>
              </a:rPr>
              <a:t>リモコン</a:t>
            </a:r>
            <a:r>
              <a:rPr lang="en-US" altLang="ja-JP" sz="1600" dirty="0">
                <a:solidFill>
                  <a:srgbClr val="222838"/>
                </a:solidFill>
                <a:latin typeface="Meiryo"/>
                <a:ea typeface="メイリオ"/>
              </a:rPr>
              <a:t>1</a:t>
            </a:r>
            <a:r>
              <a:rPr lang="ja-JP" altLang="en-US" sz="1600" dirty="0">
                <a:solidFill>
                  <a:srgbClr val="222838"/>
                </a:solidFill>
                <a:latin typeface="Meiryo"/>
                <a:ea typeface="メイリオ"/>
              </a:rPr>
              <a:t>本・</a:t>
            </a:r>
            <a:r>
              <a:rPr lang="en-US" altLang="ja-JP" sz="1600" dirty="0">
                <a:solidFill>
                  <a:srgbClr val="222838"/>
                </a:solidFill>
                <a:latin typeface="Meiryo"/>
                <a:ea typeface="メイリオ"/>
              </a:rPr>
              <a:t>Unity 6.6</a:t>
            </a:r>
            <a:endParaRPr lang="en-US" sz="1600" dirty="0">
              <a:solidFill>
                <a:srgbClr val="222838"/>
              </a:solidFill>
              <a:latin typeface="Meiryo"/>
              <a:ea typeface="メイリオ"/>
            </a:endParaRPr>
          </a:p>
          <a:p>
            <a:pPr marL="171450" indent="-171450">
              <a:lnSpc>
                <a:spcPts val="2000"/>
              </a:lnSpc>
              <a:buFont typeface="Meiryo" panose="020B0604030504040204" pitchFamily="50" charset="-128"/>
              <a:buChar char="❑"/>
            </a:pPr>
            <a:r>
              <a:rPr lang="ja-JP" altLang="en-US" sz="1600" b="1" dirty="0">
                <a:solidFill>
                  <a:srgbClr val="222838"/>
                </a:solidFill>
                <a:latin typeface="Meiryo"/>
                <a:ea typeface="メイリオ"/>
              </a:rPr>
              <a:t>   伝え方  </a:t>
            </a:r>
            <a:r>
              <a:rPr lang="ja-JP" altLang="en-US" sz="1600" dirty="0">
                <a:solidFill>
                  <a:srgbClr val="222838"/>
                </a:solidFill>
                <a:latin typeface="Meiryo"/>
                <a:ea typeface="メイリオ"/>
              </a:rPr>
              <a:t>  </a:t>
            </a:r>
            <a:r>
              <a:rPr lang="en-US" altLang="ja-JP" sz="1600" dirty="0">
                <a:solidFill>
                  <a:srgbClr val="222838"/>
                </a:solidFill>
                <a:latin typeface="Meiryo"/>
                <a:ea typeface="メイリオ"/>
              </a:rPr>
              <a:t>: </a:t>
            </a:r>
            <a:r>
              <a:rPr lang="ja-JP" altLang="en-US" sz="1600" dirty="0">
                <a:solidFill>
                  <a:srgbClr val="222838"/>
                </a:solidFill>
                <a:latin typeface="Meiryo"/>
                <a:ea typeface="メイリオ"/>
              </a:rPr>
              <a:t>強＝</a:t>
            </a:r>
            <a:r>
              <a:rPr lang="en-US" altLang="ja-JP" sz="1600" dirty="0">
                <a:solidFill>
                  <a:srgbClr val="222838"/>
                </a:solidFill>
                <a:latin typeface="Meiryo"/>
                <a:ea typeface="メイリオ"/>
              </a:rPr>
              <a:t>4</a:t>
            </a:r>
            <a:r>
              <a:rPr lang="ja-JP" altLang="en-US" sz="1600" dirty="0">
                <a:solidFill>
                  <a:srgbClr val="222838"/>
                </a:solidFill>
                <a:latin typeface="Meiryo"/>
                <a:ea typeface="メイリオ"/>
              </a:rPr>
              <a:t>連打 </a:t>
            </a:r>
            <a:r>
              <a:rPr lang="en-US" altLang="ja-JP" sz="1600" dirty="0">
                <a:solidFill>
                  <a:srgbClr val="222838"/>
                </a:solidFill>
                <a:latin typeface="Meiryo"/>
                <a:ea typeface="メイリオ"/>
              </a:rPr>
              <a:t>/ </a:t>
            </a:r>
            <a:r>
              <a:rPr lang="ja-JP" altLang="en-US" sz="1600" dirty="0">
                <a:solidFill>
                  <a:srgbClr val="222838"/>
                </a:solidFill>
                <a:latin typeface="Meiryo"/>
                <a:ea typeface="メイリオ"/>
              </a:rPr>
              <a:t>中＝</a:t>
            </a:r>
            <a:r>
              <a:rPr lang="en-US" altLang="ja-JP" sz="1600" dirty="0">
                <a:solidFill>
                  <a:srgbClr val="222838"/>
                </a:solidFill>
                <a:latin typeface="Meiryo"/>
                <a:ea typeface="メイリオ"/>
              </a:rPr>
              <a:t>2</a:t>
            </a:r>
            <a:r>
              <a:rPr lang="ja-JP" altLang="en-US" sz="1600" dirty="0">
                <a:solidFill>
                  <a:srgbClr val="222838"/>
                </a:solidFill>
                <a:latin typeface="Meiryo"/>
                <a:ea typeface="メイリオ"/>
              </a:rPr>
              <a:t>発 </a:t>
            </a:r>
            <a:r>
              <a:rPr lang="en-US" altLang="ja-JP" sz="1600" dirty="0">
                <a:solidFill>
                  <a:srgbClr val="222838"/>
                </a:solidFill>
                <a:latin typeface="Meiryo"/>
                <a:ea typeface="メイリオ"/>
              </a:rPr>
              <a:t>/ </a:t>
            </a:r>
            <a:r>
              <a:rPr lang="ja-JP" altLang="en-US" sz="1600" dirty="0">
                <a:solidFill>
                  <a:srgbClr val="222838"/>
                </a:solidFill>
                <a:latin typeface="Meiryo"/>
                <a:ea typeface="メイリオ"/>
              </a:rPr>
              <a:t>警告音＝単発のパルス</a:t>
            </a:r>
            <a:endParaRPr lang="ja-JP" altLang="en-US" sz="1600" b="1" dirty="0">
              <a:solidFill>
                <a:srgbClr val="222838"/>
              </a:solidFill>
              <a:latin typeface="Meiryo"/>
              <a:ea typeface="メイリオ"/>
            </a:endParaRPr>
          </a:p>
        </p:txBody>
      </p:sp>
      <p:sp>
        <p:nvSpPr>
          <p:cNvPr id="30" name="Rectangle 12">
            <a:extLst>
              <a:ext uri="{FF2B5EF4-FFF2-40B4-BE49-F238E27FC236}">
                <a16:creationId xmlns:a16="http://schemas.microsoft.com/office/drawing/2014/main" id="{06D59CB5-93B3-E98E-88F2-30924552A129}"/>
              </a:ext>
            </a:extLst>
          </p:cNvPr>
          <p:cNvSpPr/>
          <p:nvPr/>
        </p:nvSpPr>
        <p:spPr>
          <a:xfrm>
            <a:off x="3322920" y="2358534"/>
            <a:ext cx="8331200" cy="10160"/>
          </a:xfrm>
          <a:prstGeom prst="rect">
            <a:avLst/>
          </a:prstGeom>
          <a:solidFill>
            <a:srgbClr val="DD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34" name="Rectangle 13">
            <a:extLst>
              <a:ext uri="{FF2B5EF4-FFF2-40B4-BE49-F238E27FC236}">
                <a16:creationId xmlns:a16="http://schemas.microsoft.com/office/drawing/2014/main" id="{5E117A96-51AE-021B-A50B-D0F8FB688184}"/>
              </a:ext>
            </a:extLst>
          </p:cNvPr>
          <p:cNvSpPr/>
          <p:nvPr/>
        </p:nvSpPr>
        <p:spPr>
          <a:xfrm>
            <a:off x="3322920" y="2307734"/>
            <a:ext cx="10160" cy="63500"/>
          </a:xfrm>
          <a:prstGeom prst="rect">
            <a:avLst/>
          </a:prstGeom>
          <a:solidFill>
            <a:srgbClr val="8A8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5400"/>
          </a:p>
        </p:txBody>
      </p:sp>
      <p:sp>
        <p:nvSpPr>
          <p:cNvPr id="39" name="TextBox 14">
            <a:extLst>
              <a:ext uri="{FF2B5EF4-FFF2-40B4-BE49-F238E27FC236}">
                <a16:creationId xmlns:a16="http://schemas.microsoft.com/office/drawing/2014/main" id="{5B028872-6C13-C643-7594-ABEE63EB0802}"/>
              </a:ext>
            </a:extLst>
          </p:cNvPr>
          <p:cNvSpPr txBox="1"/>
          <p:nvPr/>
        </p:nvSpPr>
        <p:spPr>
          <a:xfrm>
            <a:off x="3068920" y="2104535"/>
            <a:ext cx="508000" cy="271869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/>
            <a:r>
              <a:rPr sz="1600" b="0">
                <a:solidFill>
                  <a:srgbClr val="8A8F9A"/>
                </a:solidFill>
                <a:latin typeface="Meiryo"/>
                <a:ea typeface="メイリオ"/>
              </a:rPr>
              <a:t>0s</a:t>
            </a:r>
          </a:p>
        </p:txBody>
      </p:sp>
      <p:sp>
        <p:nvSpPr>
          <p:cNvPr id="44" name="Rectangle 15">
            <a:extLst>
              <a:ext uri="{FF2B5EF4-FFF2-40B4-BE49-F238E27FC236}">
                <a16:creationId xmlns:a16="http://schemas.microsoft.com/office/drawing/2014/main" id="{355F670E-9647-EF2B-4A81-883E53E696B3}"/>
              </a:ext>
            </a:extLst>
          </p:cNvPr>
          <p:cNvSpPr/>
          <p:nvPr/>
        </p:nvSpPr>
        <p:spPr>
          <a:xfrm>
            <a:off x="4989160" y="2307734"/>
            <a:ext cx="10160" cy="63500"/>
          </a:xfrm>
          <a:prstGeom prst="rect">
            <a:avLst/>
          </a:prstGeom>
          <a:solidFill>
            <a:srgbClr val="8A8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50" name="TextBox 16">
            <a:extLst>
              <a:ext uri="{FF2B5EF4-FFF2-40B4-BE49-F238E27FC236}">
                <a16:creationId xmlns:a16="http://schemas.microsoft.com/office/drawing/2014/main" id="{FE37EFC3-7C22-FC77-EF27-2ECE17515D9A}"/>
              </a:ext>
            </a:extLst>
          </p:cNvPr>
          <p:cNvSpPr txBox="1"/>
          <p:nvPr/>
        </p:nvSpPr>
        <p:spPr>
          <a:xfrm>
            <a:off x="4735160" y="2104535"/>
            <a:ext cx="508000" cy="271869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/>
            <a:r>
              <a:rPr sz="1600" b="0">
                <a:solidFill>
                  <a:srgbClr val="8A8F9A"/>
                </a:solidFill>
                <a:latin typeface="Meiryo"/>
                <a:ea typeface="メイリオ"/>
              </a:rPr>
              <a:t>2s</a:t>
            </a:r>
          </a:p>
        </p:txBody>
      </p:sp>
      <p:sp>
        <p:nvSpPr>
          <p:cNvPr id="55" name="Rectangle 17">
            <a:extLst>
              <a:ext uri="{FF2B5EF4-FFF2-40B4-BE49-F238E27FC236}">
                <a16:creationId xmlns:a16="http://schemas.microsoft.com/office/drawing/2014/main" id="{525B562B-B706-110C-D281-4ABEF769525C}"/>
              </a:ext>
            </a:extLst>
          </p:cNvPr>
          <p:cNvSpPr/>
          <p:nvPr/>
        </p:nvSpPr>
        <p:spPr>
          <a:xfrm>
            <a:off x="6655400" y="2307734"/>
            <a:ext cx="10160" cy="63500"/>
          </a:xfrm>
          <a:prstGeom prst="rect">
            <a:avLst/>
          </a:prstGeom>
          <a:solidFill>
            <a:srgbClr val="8A8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59" name="TextBox 18">
            <a:extLst>
              <a:ext uri="{FF2B5EF4-FFF2-40B4-BE49-F238E27FC236}">
                <a16:creationId xmlns:a16="http://schemas.microsoft.com/office/drawing/2014/main" id="{164CA370-15E5-1279-DFF5-621CF46F7FA5}"/>
              </a:ext>
            </a:extLst>
          </p:cNvPr>
          <p:cNvSpPr txBox="1"/>
          <p:nvPr/>
        </p:nvSpPr>
        <p:spPr>
          <a:xfrm>
            <a:off x="6401400" y="2104535"/>
            <a:ext cx="508000" cy="271869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/>
            <a:r>
              <a:rPr sz="1600" b="0">
                <a:solidFill>
                  <a:srgbClr val="8A8F9A"/>
                </a:solidFill>
                <a:latin typeface="Meiryo"/>
                <a:ea typeface="メイリオ"/>
              </a:rPr>
              <a:t>4s</a:t>
            </a:r>
          </a:p>
        </p:txBody>
      </p:sp>
      <p:sp>
        <p:nvSpPr>
          <p:cNvPr id="63" name="Rectangle 19">
            <a:extLst>
              <a:ext uri="{FF2B5EF4-FFF2-40B4-BE49-F238E27FC236}">
                <a16:creationId xmlns:a16="http://schemas.microsoft.com/office/drawing/2014/main" id="{A83954F8-DA90-9FCD-E390-D57C58ACC41D}"/>
              </a:ext>
            </a:extLst>
          </p:cNvPr>
          <p:cNvSpPr/>
          <p:nvPr/>
        </p:nvSpPr>
        <p:spPr>
          <a:xfrm>
            <a:off x="8321640" y="2307734"/>
            <a:ext cx="10160" cy="63500"/>
          </a:xfrm>
          <a:prstGeom prst="rect">
            <a:avLst/>
          </a:prstGeom>
          <a:solidFill>
            <a:srgbClr val="8A8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67" name="TextBox 20">
            <a:extLst>
              <a:ext uri="{FF2B5EF4-FFF2-40B4-BE49-F238E27FC236}">
                <a16:creationId xmlns:a16="http://schemas.microsoft.com/office/drawing/2014/main" id="{51DBF2AE-3E9C-0512-C2BF-4DD771561A9C}"/>
              </a:ext>
            </a:extLst>
          </p:cNvPr>
          <p:cNvSpPr txBox="1"/>
          <p:nvPr/>
        </p:nvSpPr>
        <p:spPr>
          <a:xfrm>
            <a:off x="8067640" y="2104535"/>
            <a:ext cx="508000" cy="271869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/>
            <a:r>
              <a:rPr sz="1600" b="0">
                <a:solidFill>
                  <a:srgbClr val="8A8F9A"/>
                </a:solidFill>
                <a:latin typeface="Meiryo"/>
                <a:ea typeface="メイリオ"/>
              </a:rPr>
              <a:t>6s</a:t>
            </a:r>
          </a:p>
        </p:txBody>
      </p:sp>
      <p:sp>
        <p:nvSpPr>
          <p:cNvPr id="71" name="Rectangle 21">
            <a:extLst>
              <a:ext uri="{FF2B5EF4-FFF2-40B4-BE49-F238E27FC236}">
                <a16:creationId xmlns:a16="http://schemas.microsoft.com/office/drawing/2014/main" id="{0B9448FB-9F36-5922-A3D0-92A41EFC1419}"/>
              </a:ext>
            </a:extLst>
          </p:cNvPr>
          <p:cNvSpPr/>
          <p:nvPr/>
        </p:nvSpPr>
        <p:spPr>
          <a:xfrm>
            <a:off x="9987880" y="2307734"/>
            <a:ext cx="10160" cy="63500"/>
          </a:xfrm>
          <a:prstGeom prst="rect">
            <a:avLst/>
          </a:prstGeom>
          <a:solidFill>
            <a:srgbClr val="8A8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75" name="TextBox 22">
            <a:extLst>
              <a:ext uri="{FF2B5EF4-FFF2-40B4-BE49-F238E27FC236}">
                <a16:creationId xmlns:a16="http://schemas.microsoft.com/office/drawing/2014/main" id="{A0DD8E4C-9D5A-0BCB-51A4-E761E3A90394}"/>
              </a:ext>
            </a:extLst>
          </p:cNvPr>
          <p:cNvSpPr txBox="1"/>
          <p:nvPr/>
        </p:nvSpPr>
        <p:spPr>
          <a:xfrm>
            <a:off x="9733880" y="2104535"/>
            <a:ext cx="508000" cy="271869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/>
            <a:r>
              <a:rPr sz="1600" b="0">
                <a:solidFill>
                  <a:srgbClr val="8A8F9A"/>
                </a:solidFill>
                <a:latin typeface="Meiryo"/>
                <a:ea typeface="メイリオ"/>
              </a:rPr>
              <a:t>8s</a:t>
            </a:r>
          </a:p>
        </p:txBody>
      </p:sp>
      <p:sp>
        <p:nvSpPr>
          <p:cNvPr id="79" name="Rectangle 23">
            <a:extLst>
              <a:ext uri="{FF2B5EF4-FFF2-40B4-BE49-F238E27FC236}">
                <a16:creationId xmlns:a16="http://schemas.microsoft.com/office/drawing/2014/main" id="{9DB3EDC7-E2D9-F0E0-1815-14D099058F0E}"/>
              </a:ext>
            </a:extLst>
          </p:cNvPr>
          <p:cNvSpPr/>
          <p:nvPr/>
        </p:nvSpPr>
        <p:spPr>
          <a:xfrm>
            <a:off x="11654120" y="2307734"/>
            <a:ext cx="10160" cy="63500"/>
          </a:xfrm>
          <a:prstGeom prst="rect">
            <a:avLst/>
          </a:prstGeom>
          <a:solidFill>
            <a:srgbClr val="8A8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82" name="TextBox 24">
            <a:extLst>
              <a:ext uri="{FF2B5EF4-FFF2-40B4-BE49-F238E27FC236}">
                <a16:creationId xmlns:a16="http://schemas.microsoft.com/office/drawing/2014/main" id="{35BA0E82-3A92-A510-7072-DFE85997BF97}"/>
              </a:ext>
            </a:extLst>
          </p:cNvPr>
          <p:cNvSpPr txBox="1"/>
          <p:nvPr/>
        </p:nvSpPr>
        <p:spPr>
          <a:xfrm>
            <a:off x="11400120" y="2104535"/>
            <a:ext cx="508000" cy="271869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/>
            <a:r>
              <a:rPr sz="1600" b="0">
                <a:solidFill>
                  <a:srgbClr val="8A8F9A"/>
                </a:solidFill>
                <a:latin typeface="Meiryo"/>
                <a:ea typeface="メイリオ"/>
              </a:rPr>
              <a:t>10s</a:t>
            </a:r>
          </a:p>
        </p:txBody>
      </p:sp>
      <p:sp>
        <p:nvSpPr>
          <p:cNvPr id="84" name="TextBox 25">
            <a:extLst>
              <a:ext uri="{FF2B5EF4-FFF2-40B4-BE49-F238E27FC236}">
                <a16:creationId xmlns:a16="http://schemas.microsoft.com/office/drawing/2014/main" id="{E69AAEFA-E112-5157-B083-0D0BBECF18EE}"/>
              </a:ext>
            </a:extLst>
          </p:cNvPr>
          <p:cNvSpPr txBox="1"/>
          <p:nvPr/>
        </p:nvSpPr>
        <p:spPr>
          <a:xfrm>
            <a:off x="939799" y="2637934"/>
            <a:ext cx="2402839" cy="271869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600" b="1" dirty="0">
                <a:solidFill>
                  <a:srgbClr val="222838"/>
                </a:solidFill>
                <a:latin typeface="Meiryo"/>
                <a:ea typeface="メイリオ"/>
              </a:rPr>
              <a:t>車①　</a:t>
            </a:r>
            <a:r>
              <a:rPr sz="1600" b="1" dirty="0" err="1">
                <a:solidFill>
                  <a:srgbClr val="222838"/>
                </a:solidFill>
                <a:latin typeface="Meiryo"/>
                <a:ea typeface="メイリオ"/>
              </a:rPr>
              <a:t>正面から来る</a:t>
            </a:r>
            <a:endParaRPr sz="1600" b="1" dirty="0">
              <a:solidFill>
                <a:srgbClr val="222838"/>
              </a:solidFill>
              <a:latin typeface="Meiryo"/>
              <a:ea typeface="メイリオ"/>
            </a:endParaRPr>
          </a:p>
        </p:txBody>
      </p:sp>
      <p:sp>
        <p:nvSpPr>
          <p:cNvPr id="86" name="TextBox 26">
            <a:extLst>
              <a:ext uri="{FF2B5EF4-FFF2-40B4-BE49-F238E27FC236}">
                <a16:creationId xmlns:a16="http://schemas.microsoft.com/office/drawing/2014/main" id="{A2A5E192-2F1A-494F-4F23-029940F308FF}"/>
              </a:ext>
            </a:extLst>
          </p:cNvPr>
          <p:cNvSpPr txBox="1"/>
          <p:nvPr/>
        </p:nvSpPr>
        <p:spPr>
          <a:xfrm>
            <a:off x="939800" y="2866534"/>
            <a:ext cx="2224518" cy="271869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600" b="0" dirty="0">
                <a:solidFill>
                  <a:srgbClr val="8A8F9A"/>
                </a:solidFill>
                <a:latin typeface="Meiryo"/>
                <a:ea typeface="メイリオ"/>
              </a:rPr>
              <a:t>横1.</a:t>
            </a:r>
            <a:r>
              <a:rPr lang="en-US" sz="1600" b="0" dirty="0">
                <a:solidFill>
                  <a:srgbClr val="8A8F9A"/>
                </a:solidFill>
                <a:latin typeface="Meiryo"/>
                <a:ea typeface="メイリオ"/>
              </a:rPr>
              <a:t>2</a:t>
            </a:r>
            <a:r>
              <a:rPr sz="1600" b="0" dirty="0">
                <a:solidFill>
                  <a:srgbClr val="8A8F9A"/>
                </a:solidFill>
                <a:latin typeface="Meiryo"/>
                <a:ea typeface="メイリオ"/>
              </a:rPr>
              <a:t>m・</a:t>
            </a:r>
            <a:r>
              <a:rPr lang="ja-JP" altLang="en-US" sz="1600" b="0" dirty="0">
                <a:solidFill>
                  <a:srgbClr val="8A8F9A"/>
                </a:solidFill>
                <a:latin typeface="Meiryo"/>
                <a:ea typeface="メイリオ"/>
              </a:rPr>
              <a:t>約</a:t>
            </a:r>
            <a:r>
              <a:rPr sz="1600" b="0" dirty="0">
                <a:solidFill>
                  <a:srgbClr val="8A8F9A"/>
                </a:solidFill>
                <a:latin typeface="Meiryo"/>
                <a:ea typeface="メイリオ"/>
              </a:rPr>
              <a:t>3</a:t>
            </a:r>
            <a:r>
              <a:rPr lang="en-US" sz="1600" b="0" dirty="0">
                <a:solidFill>
                  <a:srgbClr val="8A8F9A"/>
                </a:solidFill>
                <a:latin typeface="Meiryo"/>
                <a:ea typeface="メイリオ"/>
              </a:rPr>
              <a:t>4</a:t>
            </a:r>
            <a:r>
              <a:rPr sz="1600" b="0" dirty="0">
                <a:solidFill>
                  <a:srgbClr val="8A8F9A"/>
                </a:solidFill>
                <a:latin typeface="Meiryo"/>
                <a:ea typeface="メイリオ"/>
              </a:rPr>
              <a:t>km/h</a:t>
            </a:r>
          </a:p>
        </p:txBody>
      </p:sp>
      <p:sp>
        <p:nvSpPr>
          <p:cNvPr id="106" name="TextBox 36">
            <a:extLst>
              <a:ext uri="{FF2B5EF4-FFF2-40B4-BE49-F238E27FC236}">
                <a16:creationId xmlns:a16="http://schemas.microsoft.com/office/drawing/2014/main" id="{17D66BE0-B4DF-EA55-F1EB-1282CD5B19AB}"/>
              </a:ext>
            </a:extLst>
          </p:cNvPr>
          <p:cNvSpPr txBox="1"/>
          <p:nvPr/>
        </p:nvSpPr>
        <p:spPr>
          <a:xfrm>
            <a:off x="939799" y="3933334"/>
            <a:ext cx="2402839" cy="271869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600" b="1" dirty="0">
                <a:solidFill>
                  <a:srgbClr val="222838"/>
                </a:solidFill>
                <a:latin typeface="Meiryo"/>
                <a:ea typeface="メイリオ"/>
              </a:rPr>
              <a:t>車②　</a:t>
            </a:r>
            <a:r>
              <a:rPr sz="1600" b="1" dirty="0" err="1">
                <a:solidFill>
                  <a:srgbClr val="222838"/>
                </a:solidFill>
                <a:latin typeface="Meiryo"/>
                <a:ea typeface="メイリオ"/>
              </a:rPr>
              <a:t>後ろから追い越す</a:t>
            </a:r>
            <a:endParaRPr sz="1600" b="1" dirty="0">
              <a:solidFill>
                <a:srgbClr val="222838"/>
              </a:solidFill>
              <a:latin typeface="Meiryo"/>
              <a:ea typeface="メイリオ"/>
            </a:endParaRPr>
          </a:p>
        </p:txBody>
      </p:sp>
      <p:sp>
        <p:nvSpPr>
          <p:cNvPr id="108" name="TextBox 37">
            <a:extLst>
              <a:ext uri="{FF2B5EF4-FFF2-40B4-BE49-F238E27FC236}">
                <a16:creationId xmlns:a16="http://schemas.microsoft.com/office/drawing/2014/main" id="{7F3576B4-258A-C2F6-57A6-0EE620BAB556}"/>
              </a:ext>
            </a:extLst>
          </p:cNvPr>
          <p:cNvSpPr txBox="1"/>
          <p:nvPr/>
        </p:nvSpPr>
        <p:spPr>
          <a:xfrm>
            <a:off x="939799" y="4161934"/>
            <a:ext cx="2231135" cy="271869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600" b="0" dirty="0">
                <a:solidFill>
                  <a:srgbClr val="8A8F9A"/>
                </a:solidFill>
                <a:latin typeface="Meiryo"/>
                <a:ea typeface="メイリオ"/>
              </a:rPr>
              <a:t>横4.5m</a:t>
            </a:r>
            <a:r>
              <a:rPr lang="ja-JP" altLang="en-US" sz="1600" dirty="0">
                <a:solidFill>
                  <a:srgbClr val="8A8F9A"/>
                </a:solidFill>
                <a:latin typeface="Meiryo"/>
                <a:ea typeface="メイリオ"/>
              </a:rPr>
              <a:t>・約</a:t>
            </a:r>
            <a:r>
              <a:rPr sz="1600" b="0" dirty="0">
                <a:solidFill>
                  <a:srgbClr val="8A8F9A"/>
                </a:solidFill>
                <a:latin typeface="Meiryo"/>
                <a:ea typeface="メイリオ"/>
              </a:rPr>
              <a:t>4</a:t>
            </a:r>
            <a:r>
              <a:rPr lang="en-US" sz="1600" b="0" dirty="0">
                <a:solidFill>
                  <a:srgbClr val="8A8F9A"/>
                </a:solidFill>
                <a:latin typeface="Meiryo"/>
                <a:ea typeface="メイリオ"/>
              </a:rPr>
              <a:t>6</a:t>
            </a:r>
            <a:r>
              <a:rPr sz="1600" b="0" dirty="0">
                <a:solidFill>
                  <a:srgbClr val="8A8F9A"/>
                </a:solidFill>
                <a:latin typeface="Meiryo"/>
                <a:ea typeface="メイリオ"/>
              </a:rPr>
              <a:t>km/h</a:t>
            </a:r>
          </a:p>
        </p:txBody>
      </p:sp>
      <p:sp>
        <p:nvSpPr>
          <p:cNvPr id="110" name="Rectangle 38">
            <a:extLst>
              <a:ext uri="{FF2B5EF4-FFF2-40B4-BE49-F238E27FC236}">
                <a16:creationId xmlns:a16="http://schemas.microsoft.com/office/drawing/2014/main" id="{7B25C88E-A4A0-AE0E-3790-143B20F7F690}"/>
              </a:ext>
            </a:extLst>
          </p:cNvPr>
          <p:cNvSpPr/>
          <p:nvPr/>
        </p:nvSpPr>
        <p:spPr>
          <a:xfrm>
            <a:off x="3488944" y="4009534"/>
            <a:ext cx="4763912" cy="177800"/>
          </a:xfrm>
          <a:prstGeom prst="rect">
            <a:avLst/>
          </a:prstGeom>
          <a:solidFill>
            <a:srgbClr val="E4E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12" name="Rectangle 39">
            <a:extLst>
              <a:ext uri="{FF2B5EF4-FFF2-40B4-BE49-F238E27FC236}">
                <a16:creationId xmlns:a16="http://schemas.microsoft.com/office/drawing/2014/main" id="{5B3CB21B-876B-250C-496A-D97E279ABEA1}"/>
              </a:ext>
            </a:extLst>
          </p:cNvPr>
          <p:cNvSpPr/>
          <p:nvPr/>
        </p:nvSpPr>
        <p:spPr>
          <a:xfrm>
            <a:off x="8238328" y="3907934"/>
            <a:ext cx="2332736" cy="330200"/>
          </a:xfrm>
          <a:prstGeom prst="rect">
            <a:avLst/>
          </a:prstGeom>
          <a:solidFill>
            <a:srgbClr val="FFFFFF"/>
          </a:solidFill>
          <a:ln w="15240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14" name="Rectangle 40">
            <a:extLst>
              <a:ext uri="{FF2B5EF4-FFF2-40B4-BE49-F238E27FC236}">
                <a16:creationId xmlns:a16="http://schemas.microsoft.com/office/drawing/2014/main" id="{7A4B21B6-4573-E33B-426D-D56AC5E9F442}"/>
              </a:ext>
            </a:extLst>
          </p:cNvPr>
          <p:cNvSpPr/>
          <p:nvPr/>
        </p:nvSpPr>
        <p:spPr>
          <a:xfrm>
            <a:off x="10579954" y="4009534"/>
            <a:ext cx="990254" cy="177800"/>
          </a:xfrm>
          <a:prstGeom prst="rect">
            <a:avLst/>
          </a:prstGeom>
          <a:solidFill>
            <a:srgbClr val="E4E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18" name="Rectangle 42">
            <a:extLst>
              <a:ext uri="{FF2B5EF4-FFF2-40B4-BE49-F238E27FC236}">
                <a16:creationId xmlns:a16="http://schemas.microsoft.com/office/drawing/2014/main" id="{397AA99A-744A-28CE-C901-C206650CCAD2}"/>
              </a:ext>
            </a:extLst>
          </p:cNvPr>
          <p:cNvSpPr/>
          <p:nvPr/>
        </p:nvSpPr>
        <p:spPr>
          <a:xfrm>
            <a:off x="10395550" y="3730134"/>
            <a:ext cx="17780" cy="685800"/>
          </a:xfrm>
          <a:prstGeom prst="rect">
            <a:avLst/>
          </a:prstGeom>
          <a:solidFill>
            <a:srgbClr val="22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20" name="TextBox 43">
            <a:extLst>
              <a:ext uri="{FF2B5EF4-FFF2-40B4-BE49-F238E27FC236}">
                <a16:creationId xmlns:a16="http://schemas.microsoft.com/office/drawing/2014/main" id="{2B6BBDF4-681E-0ABA-0811-F4CE13BA9CE2}"/>
              </a:ext>
            </a:extLst>
          </p:cNvPr>
          <p:cNvSpPr txBox="1"/>
          <p:nvPr/>
        </p:nvSpPr>
        <p:spPr>
          <a:xfrm>
            <a:off x="9642440" y="4441334"/>
            <a:ext cx="1524000" cy="271869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/>
            <a:r>
              <a:rPr sz="1600" b="1" dirty="0">
                <a:solidFill>
                  <a:srgbClr val="222838"/>
                </a:solidFill>
                <a:latin typeface="Meiryo"/>
                <a:ea typeface="メイリオ"/>
              </a:rPr>
              <a:t>最接近4.5m</a:t>
            </a:r>
          </a:p>
        </p:txBody>
      </p:sp>
      <p:sp>
        <p:nvSpPr>
          <p:cNvPr id="122" name="TextBox 44">
            <a:extLst>
              <a:ext uri="{FF2B5EF4-FFF2-40B4-BE49-F238E27FC236}">
                <a16:creationId xmlns:a16="http://schemas.microsoft.com/office/drawing/2014/main" id="{B3CD246D-D70C-D7DF-9D94-4C59C4C63A36}"/>
              </a:ext>
            </a:extLst>
          </p:cNvPr>
          <p:cNvSpPr txBox="1"/>
          <p:nvPr/>
        </p:nvSpPr>
        <p:spPr>
          <a:xfrm>
            <a:off x="939800" y="2129934"/>
            <a:ext cx="1778000" cy="271869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600" b="0" dirty="0" err="1">
                <a:solidFill>
                  <a:srgbClr val="8A8F9A"/>
                </a:solidFill>
                <a:latin typeface="Meiryo"/>
                <a:ea typeface="メイリオ"/>
              </a:rPr>
              <a:t>振動</a:t>
            </a:r>
            <a:endParaRPr sz="1600" b="0" dirty="0">
              <a:solidFill>
                <a:srgbClr val="8A8F9A"/>
              </a:solidFill>
              <a:latin typeface="Meiryo"/>
              <a:ea typeface="メイリオ"/>
            </a:endParaRPr>
          </a:p>
        </p:txBody>
      </p:sp>
      <p:sp>
        <p:nvSpPr>
          <p:cNvPr id="140" name="TextBox 53">
            <a:extLst>
              <a:ext uri="{FF2B5EF4-FFF2-40B4-BE49-F238E27FC236}">
                <a16:creationId xmlns:a16="http://schemas.microsoft.com/office/drawing/2014/main" id="{64BB2A60-FFF3-EEBC-DD17-E6052325966B}"/>
              </a:ext>
            </a:extLst>
          </p:cNvPr>
          <p:cNvSpPr txBox="1"/>
          <p:nvPr/>
        </p:nvSpPr>
        <p:spPr>
          <a:xfrm>
            <a:off x="989040" y="4974797"/>
            <a:ext cx="5334000" cy="95205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1" dirty="0">
                <a:solidFill>
                  <a:srgbClr val="222838"/>
                </a:solidFill>
                <a:latin typeface="Meiryo"/>
                <a:ea typeface="メイリオ"/>
              </a:rPr>
              <a:t>車①：</a:t>
            </a:r>
            <a:r>
              <a:rPr sz="1600" b="1" dirty="0" err="1">
                <a:solidFill>
                  <a:srgbClr val="222838"/>
                </a:solidFill>
                <a:latin typeface="Meiryo"/>
                <a:ea typeface="メイリオ"/>
              </a:rPr>
              <a:t>正面から来る車</a:t>
            </a:r>
            <a:endParaRPr sz="1600" b="1" dirty="0">
              <a:solidFill>
                <a:srgbClr val="222838"/>
              </a:solidFill>
              <a:latin typeface="Meiryo"/>
              <a:ea typeface="メイリオ"/>
            </a:endParaRPr>
          </a:p>
          <a:p>
            <a:pPr algn="l">
              <a:lnSpc>
                <a:spcPct val="140000"/>
              </a:lnSpc>
            </a:pPr>
            <a:r>
              <a:rPr lang="ja-JP" altLang="en-US" sz="1400" b="0" dirty="0">
                <a:solidFill>
                  <a:srgbClr val="595F6E"/>
                </a:solidFill>
                <a:latin typeface="Meiryo"/>
                <a:ea typeface="メイリオ"/>
              </a:rPr>
              <a:t>方位が変わらないまま近づくため、最接近の</a:t>
            </a:r>
            <a:r>
              <a:rPr lang="en-US" altLang="ja-JP" sz="1400" b="0" dirty="0">
                <a:solidFill>
                  <a:srgbClr val="595F6E"/>
                </a:solidFill>
                <a:latin typeface="Meiryo"/>
                <a:ea typeface="メイリオ"/>
              </a:rPr>
              <a:t>0.8</a:t>
            </a:r>
            <a:r>
              <a:rPr lang="ja-JP" altLang="en-US" sz="1400" b="0" dirty="0">
                <a:solidFill>
                  <a:srgbClr val="595F6E"/>
                </a:solidFill>
                <a:latin typeface="Meiryo"/>
                <a:ea typeface="メイリオ"/>
              </a:rPr>
              <a:t>秒前に</a:t>
            </a:r>
            <a:endParaRPr lang="en-US" altLang="ja-JP" sz="1400" b="0" dirty="0">
              <a:solidFill>
                <a:srgbClr val="595F6E"/>
              </a:solidFill>
              <a:latin typeface="Meiryo"/>
              <a:ea typeface="メイリオ"/>
            </a:endParaRPr>
          </a:p>
          <a:p>
            <a:pPr algn="l">
              <a:lnSpc>
                <a:spcPct val="140000"/>
              </a:lnSpc>
            </a:pPr>
            <a:r>
              <a:rPr lang="ja-JP" altLang="en-US" sz="1400" b="0" dirty="0">
                <a:solidFill>
                  <a:srgbClr val="595F6E"/>
                </a:solidFill>
                <a:latin typeface="Meiryo"/>
                <a:ea typeface="メイリオ"/>
              </a:rPr>
              <a:t>強く鳴る。通過後は中に下がる。</a:t>
            </a:r>
          </a:p>
        </p:txBody>
      </p:sp>
      <p:sp>
        <p:nvSpPr>
          <p:cNvPr id="144" name="TextBox 55">
            <a:extLst>
              <a:ext uri="{FF2B5EF4-FFF2-40B4-BE49-F238E27FC236}">
                <a16:creationId xmlns:a16="http://schemas.microsoft.com/office/drawing/2014/main" id="{96E86D8B-48D5-FE73-8E8D-61C1D1BCDF46}"/>
              </a:ext>
            </a:extLst>
          </p:cNvPr>
          <p:cNvSpPr txBox="1"/>
          <p:nvPr/>
        </p:nvSpPr>
        <p:spPr>
          <a:xfrm>
            <a:off x="6323040" y="4974797"/>
            <a:ext cx="4699000" cy="95205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1" dirty="0">
                <a:solidFill>
                  <a:srgbClr val="222838"/>
                </a:solidFill>
                <a:latin typeface="Meiryo"/>
                <a:ea typeface="メイリオ"/>
              </a:rPr>
              <a:t>車②：</a:t>
            </a:r>
            <a:r>
              <a:rPr sz="1600" b="1" dirty="0" err="1">
                <a:solidFill>
                  <a:srgbClr val="222838"/>
                </a:solidFill>
                <a:latin typeface="Meiryo"/>
                <a:ea typeface="メイリオ"/>
              </a:rPr>
              <a:t>後ろから追い越す車</a:t>
            </a:r>
            <a:endParaRPr sz="1600" b="1" dirty="0">
              <a:solidFill>
                <a:srgbClr val="222838"/>
              </a:solidFill>
              <a:latin typeface="Meiryo"/>
              <a:ea typeface="メイリオ"/>
            </a:endParaRPr>
          </a:p>
          <a:p>
            <a:pPr algn="l">
              <a:lnSpc>
                <a:spcPct val="140000"/>
              </a:lnSpc>
            </a:pPr>
            <a:r>
              <a:rPr lang="ja-JP" altLang="en-US" sz="1400" b="0" dirty="0">
                <a:solidFill>
                  <a:srgbClr val="595F6E"/>
                </a:solidFill>
                <a:latin typeface="Meiryo"/>
                <a:ea typeface="メイリオ"/>
              </a:rPr>
              <a:t>横</a:t>
            </a:r>
            <a:r>
              <a:rPr lang="en-US" altLang="ja-JP" sz="1400" b="0" dirty="0">
                <a:solidFill>
                  <a:srgbClr val="595F6E"/>
                </a:solidFill>
                <a:latin typeface="Meiryo"/>
                <a:ea typeface="メイリオ"/>
              </a:rPr>
              <a:t>4.5m</a:t>
            </a:r>
            <a:r>
              <a:rPr lang="ja-JP" altLang="en-US" sz="1400" b="0" dirty="0">
                <a:solidFill>
                  <a:srgbClr val="595F6E"/>
                </a:solidFill>
                <a:latin typeface="Meiryo"/>
                <a:ea typeface="メイリオ"/>
              </a:rPr>
              <a:t>を通り過ぎるだけなので、最接近</a:t>
            </a:r>
            <a:r>
              <a:rPr lang="en-US" altLang="ja-JP" sz="1400" b="0" dirty="0">
                <a:solidFill>
                  <a:srgbClr val="595F6E"/>
                </a:solidFill>
                <a:latin typeface="Meiryo"/>
                <a:ea typeface="メイリオ"/>
              </a:rPr>
              <a:t>(8.5s)</a:t>
            </a:r>
            <a:r>
              <a:rPr lang="ja-JP" altLang="en-US" sz="1400" b="0" dirty="0">
                <a:solidFill>
                  <a:srgbClr val="595F6E"/>
                </a:solidFill>
                <a:latin typeface="Meiryo"/>
                <a:ea typeface="メイリオ"/>
              </a:rPr>
              <a:t>まで</a:t>
            </a:r>
            <a:endParaRPr lang="en-US" altLang="ja-JP" sz="1400" b="0" dirty="0">
              <a:solidFill>
                <a:srgbClr val="595F6E"/>
              </a:solidFill>
              <a:latin typeface="Meiryo"/>
              <a:ea typeface="メイリオ"/>
            </a:endParaRPr>
          </a:p>
          <a:p>
            <a:pPr algn="l">
              <a:lnSpc>
                <a:spcPct val="140000"/>
              </a:lnSpc>
            </a:pPr>
            <a:r>
              <a:rPr lang="ja-JP" altLang="en-US" sz="1400" b="0" dirty="0">
                <a:solidFill>
                  <a:srgbClr val="595F6E"/>
                </a:solidFill>
                <a:latin typeface="Meiryo"/>
                <a:ea typeface="メイリオ"/>
              </a:rPr>
              <a:t>一度も鳴らない。</a:t>
            </a:r>
          </a:p>
        </p:txBody>
      </p:sp>
      <p:sp>
        <p:nvSpPr>
          <p:cNvPr id="15" name="Isosceles Triangle 45">
            <a:extLst>
              <a:ext uri="{FF2B5EF4-FFF2-40B4-BE49-F238E27FC236}">
                <a16:creationId xmlns:a16="http://schemas.microsoft.com/office/drawing/2014/main" id="{9A01872E-C6DF-2CFB-3F5C-CD5BCDFAE179}"/>
              </a:ext>
            </a:extLst>
          </p:cNvPr>
          <p:cNvSpPr/>
          <p:nvPr/>
        </p:nvSpPr>
        <p:spPr>
          <a:xfrm>
            <a:off x="6757924" y="2288684"/>
            <a:ext cx="127000" cy="127000"/>
          </a:xfrm>
          <a:prstGeom prst="triangl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8" name="Isosceles Triangle 46">
            <a:extLst>
              <a:ext uri="{FF2B5EF4-FFF2-40B4-BE49-F238E27FC236}">
                <a16:creationId xmlns:a16="http://schemas.microsoft.com/office/drawing/2014/main" id="{E2262782-3D96-B2AC-3669-2B4C6BFD4F84}"/>
              </a:ext>
            </a:extLst>
          </p:cNvPr>
          <p:cNvSpPr/>
          <p:nvPr/>
        </p:nvSpPr>
        <p:spPr>
          <a:xfrm>
            <a:off x="7424420" y="2288684"/>
            <a:ext cx="127000" cy="127000"/>
          </a:xfrm>
          <a:prstGeom prst="triangl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1" name="Isosceles Triangle 47">
            <a:extLst>
              <a:ext uri="{FF2B5EF4-FFF2-40B4-BE49-F238E27FC236}">
                <a16:creationId xmlns:a16="http://schemas.microsoft.com/office/drawing/2014/main" id="{52724D84-54CC-3E92-7FAB-CB36557BB1EB}"/>
              </a:ext>
            </a:extLst>
          </p:cNvPr>
          <p:cNvSpPr/>
          <p:nvPr/>
        </p:nvSpPr>
        <p:spPr>
          <a:xfrm>
            <a:off x="7507732" y="2288684"/>
            <a:ext cx="127000" cy="127000"/>
          </a:xfrm>
          <a:prstGeom prst="triangl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3" name="Rectangle 27">
            <a:extLst>
              <a:ext uri="{FF2B5EF4-FFF2-40B4-BE49-F238E27FC236}">
                <a16:creationId xmlns:a16="http://schemas.microsoft.com/office/drawing/2014/main" id="{90CE805D-EF29-F8D9-E2BE-32096FED9788}"/>
              </a:ext>
            </a:extLst>
          </p:cNvPr>
          <p:cNvSpPr/>
          <p:nvPr/>
        </p:nvSpPr>
        <p:spPr>
          <a:xfrm>
            <a:off x="3488944" y="2714134"/>
            <a:ext cx="3332479" cy="177800"/>
          </a:xfrm>
          <a:prstGeom prst="rect">
            <a:avLst/>
          </a:prstGeom>
          <a:solidFill>
            <a:srgbClr val="E4E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6" name="Rectangle 28">
            <a:extLst>
              <a:ext uri="{FF2B5EF4-FFF2-40B4-BE49-F238E27FC236}">
                <a16:creationId xmlns:a16="http://schemas.microsoft.com/office/drawing/2014/main" id="{9896D6B0-C5BC-B81F-264D-E66C2970A526}"/>
              </a:ext>
            </a:extLst>
          </p:cNvPr>
          <p:cNvSpPr/>
          <p:nvPr/>
        </p:nvSpPr>
        <p:spPr>
          <a:xfrm>
            <a:off x="7487920" y="2612534"/>
            <a:ext cx="583183" cy="330200"/>
          </a:xfrm>
          <a:prstGeom prst="rect">
            <a:avLst/>
          </a:prstGeom>
          <a:solidFill>
            <a:srgbClr val="E0A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9" name="Rectangle 29">
            <a:extLst>
              <a:ext uri="{FF2B5EF4-FFF2-40B4-BE49-F238E27FC236}">
                <a16:creationId xmlns:a16="http://schemas.microsoft.com/office/drawing/2014/main" id="{22A6F5F5-C67A-EDBE-BC7F-CF4C92145E5D}"/>
              </a:ext>
            </a:extLst>
          </p:cNvPr>
          <p:cNvSpPr/>
          <p:nvPr/>
        </p:nvSpPr>
        <p:spPr>
          <a:xfrm>
            <a:off x="6821423" y="2612534"/>
            <a:ext cx="658800" cy="3302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33" name="Rectangle 31">
            <a:extLst>
              <a:ext uri="{FF2B5EF4-FFF2-40B4-BE49-F238E27FC236}">
                <a16:creationId xmlns:a16="http://schemas.microsoft.com/office/drawing/2014/main" id="{44E5EA7C-D6FD-EF78-6DE4-FAD578D0A3BB}"/>
              </a:ext>
            </a:extLst>
          </p:cNvPr>
          <p:cNvSpPr/>
          <p:nvPr/>
        </p:nvSpPr>
        <p:spPr>
          <a:xfrm>
            <a:off x="8071104" y="2714134"/>
            <a:ext cx="3499104" cy="177800"/>
          </a:xfrm>
          <a:prstGeom prst="rect">
            <a:avLst/>
          </a:prstGeom>
          <a:solidFill>
            <a:srgbClr val="E4E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37" name="TextBox 32">
            <a:extLst>
              <a:ext uri="{FF2B5EF4-FFF2-40B4-BE49-F238E27FC236}">
                <a16:creationId xmlns:a16="http://schemas.microsoft.com/office/drawing/2014/main" id="{AE6FE3B6-3136-704C-2504-7D40868DB6D7}"/>
              </a:ext>
            </a:extLst>
          </p:cNvPr>
          <p:cNvSpPr txBox="1"/>
          <p:nvPr/>
        </p:nvSpPr>
        <p:spPr>
          <a:xfrm>
            <a:off x="7487920" y="2675833"/>
            <a:ext cx="583183" cy="271869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/>
            <a:r>
              <a:rPr sz="1600" b="1" dirty="0" err="1">
                <a:solidFill>
                  <a:srgbClr val="FFFFFF"/>
                </a:solidFill>
                <a:latin typeface="Meiryo"/>
                <a:ea typeface="メイリオ"/>
              </a:rPr>
              <a:t>中</a:t>
            </a:r>
            <a:endParaRPr sz="2400" b="1" dirty="0">
              <a:solidFill>
                <a:srgbClr val="FFFFFF"/>
              </a:solidFill>
              <a:latin typeface="Meiryo"/>
              <a:ea typeface="メイリオ"/>
            </a:endParaRPr>
          </a:p>
        </p:txBody>
      </p:sp>
      <p:sp>
        <p:nvSpPr>
          <p:cNvPr id="40" name="TextBox 33">
            <a:extLst>
              <a:ext uri="{FF2B5EF4-FFF2-40B4-BE49-F238E27FC236}">
                <a16:creationId xmlns:a16="http://schemas.microsoft.com/office/drawing/2014/main" id="{09DB4757-F2A3-827B-D82F-2F0F23087340}"/>
              </a:ext>
            </a:extLst>
          </p:cNvPr>
          <p:cNvSpPr txBox="1"/>
          <p:nvPr/>
        </p:nvSpPr>
        <p:spPr>
          <a:xfrm>
            <a:off x="6858635" y="2667099"/>
            <a:ext cx="583183" cy="271869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/>
            <a:r>
              <a:rPr sz="1600" b="1" dirty="0" err="1">
                <a:solidFill>
                  <a:srgbClr val="FFFFFF"/>
                </a:solidFill>
                <a:latin typeface="Meiryo"/>
                <a:ea typeface="メイリオ"/>
              </a:rPr>
              <a:t>強</a:t>
            </a:r>
            <a:endParaRPr sz="2400" b="1" dirty="0">
              <a:solidFill>
                <a:srgbClr val="FFFFFF"/>
              </a:solidFill>
              <a:latin typeface="Meiryo"/>
              <a:ea typeface="メイリオ"/>
            </a:endParaRPr>
          </a:p>
        </p:txBody>
      </p:sp>
      <p:sp>
        <p:nvSpPr>
          <p:cNvPr id="43" name="Rectangle 34">
            <a:extLst>
              <a:ext uri="{FF2B5EF4-FFF2-40B4-BE49-F238E27FC236}">
                <a16:creationId xmlns:a16="http://schemas.microsoft.com/office/drawing/2014/main" id="{332109B5-966C-C9AF-E918-6FF687CCCE2F}"/>
              </a:ext>
            </a:extLst>
          </p:cNvPr>
          <p:cNvSpPr/>
          <p:nvPr/>
        </p:nvSpPr>
        <p:spPr>
          <a:xfrm>
            <a:off x="7479030" y="2434734"/>
            <a:ext cx="17780" cy="685800"/>
          </a:xfrm>
          <a:prstGeom prst="rect">
            <a:avLst/>
          </a:prstGeom>
          <a:solidFill>
            <a:srgbClr val="22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47" name="TextBox 35">
            <a:extLst>
              <a:ext uri="{FF2B5EF4-FFF2-40B4-BE49-F238E27FC236}">
                <a16:creationId xmlns:a16="http://schemas.microsoft.com/office/drawing/2014/main" id="{37F5D610-A27C-B399-D5ED-F3DCBEF9BD3D}"/>
              </a:ext>
            </a:extLst>
          </p:cNvPr>
          <p:cNvSpPr txBox="1"/>
          <p:nvPr/>
        </p:nvSpPr>
        <p:spPr>
          <a:xfrm>
            <a:off x="6725920" y="3145934"/>
            <a:ext cx="1524000" cy="271869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/>
            <a:r>
              <a:rPr sz="1600" b="1" dirty="0">
                <a:solidFill>
                  <a:srgbClr val="222838"/>
                </a:solidFill>
                <a:latin typeface="Meiryo"/>
                <a:ea typeface="メイリオ"/>
              </a:rPr>
              <a:t>最接近1.2m</a:t>
            </a:r>
          </a:p>
        </p:txBody>
      </p:sp>
      <p:sp>
        <p:nvSpPr>
          <p:cNvPr id="49" name="TextBox 50">
            <a:extLst>
              <a:ext uri="{FF2B5EF4-FFF2-40B4-BE49-F238E27FC236}">
                <a16:creationId xmlns:a16="http://schemas.microsoft.com/office/drawing/2014/main" id="{D6F7E55D-A5DB-0AAC-1695-9A399BB7F456}"/>
              </a:ext>
            </a:extLst>
          </p:cNvPr>
          <p:cNvSpPr txBox="1"/>
          <p:nvPr/>
        </p:nvSpPr>
        <p:spPr>
          <a:xfrm>
            <a:off x="6273800" y="3399934"/>
            <a:ext cx="1813051" cy="271869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/>
            <a:r>
              <a:rPr sz="1600" b="1" dirty="0">
                <a:solidFill>
                  <a:srgbClr val="C0392B"/>
                </a:solidFill>
                <a:latin typeface="Meiryo"/>
                <a:ea typeface="メイリオ"/>
              </a:rPr>
              <a:t>最接近の0.8 </a:t>
            </a:r>
            <a:r>
              <a:rPr sz="1600" b="1" dirty="0" err="1">
                <a:solidFill>
                  <a:srgbClr val="C0392B"/>
                </a:solidFill>
                <a:latin typeface="Meiryo"/>
                <a:ea typeface="メイリオ"/>
              </a:rPr>
              <a:t>秒前</a:t>
            </a:r>
            <a:endParaRPr sz="1600" b="1" dirty="0">
              <a:solidFill>
                <a:srgbClr val="C0392B"/>
              </a:solidFill>
              <a:latin typeface="Meiryo"/>
              <a:ea typeface="メイリオ"/>
            </a:endParaRPr>
          </a:p>
        </p:txBody>
      </p:sp>
      <p:sp>
        <p:nvSpPr>
          <p:cNvPr id="53" name="TextBox 48">
            <a:extLst>
              <a:ext uri="{FF2B5EF4-FFF2-40B4-BE49-F238E27FC236}">
                <a16:creationId xmlns:a16="http://schemas.microsoft.com/office/drawing/2014/main" id="{B099A348-E2A5-2334-E6A2-F4344A49AD1F}"/>
              </a:ext>
            </a:extLst>
          </p:cNvPr>
          <p:cNvSpPr txBox="1"/>
          <p:nvPr/>
        </p:nvSpPr>
        <p:spPr>
          <a:xfrm>
            <a:off x="5983224" y="1926734"/>
            <a:ext cx="1676400" cy="21031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/>
            <a:r>
              <a:rPr sz="1200" b="1" dirty="0">
                <a:solidFill>
                  <a:srgbClr val="C0392B"/>
                </a:solidFill>
                <a:latin typeface="Meiryo"/>
                <a:ea typeface="メイリオ"/>
              </a:rPr>
              <a:t>4.2s に最初の振動</a:t>
            </a:r>
          </a:p>
        </p:txBody>
      </p:sp>
      <p:sp>
        <p:nvSpPr>
          <p:cNvPr id="56" name="TextBox 41">
            <a:extLst>
              <a:ext uri="{FF2B5EF4-FFF2-40B4-BE49-F238E27FC236}">
                <a16:creationId xmlns:a16="http://schemas.microsoft.com/office/drawing/2014/main" id="{82738797-5A91-F41A-7055-B626BCB39D8C}"/>
              </a:ext>
            </a:extLst>
          </p:cNvPr>
          <p:cNvSpPr txBox="1"/>
          <p:nvPr/>
        </p:nvSpPr>
        <p:spPr>
          <a:xfrm>
            <a:off x="8289128" y="3953534"/>
            <a:ext cx="2231136" cy="271869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/>
            <a:r>
              <a:rPr sz="1600" b="1" dirty="0" err="1">
                <a:solidFill>
                  <a:srgbClr val="2E7D5B"/>
                </a:solidFill>
                <a:latin typeface="Meiryo"/>
                <a:ea typeface="メイリオ"/>
              </a:rPr>
              <a:t>抑制</a:t>
            </a:r>
            <a:r>
              <a:rPr lang="en-US" sz="1600" b="1" dirty="0">
                <a:solidFill>
                  <a:srgbClr val="2E7D5B"/>
                </a:solidFill>
                <a:latin typeface="Meiryo"/>
                <a:ea typeface="メイリオ"/>
              </a:rPr>
              <a:t>(</a:t>
            </a:r>
            <a:r>
              <a:rPr sz="1600" b="1" dirty="0" err="1">
                <a:solidFill>
                  <a:srgbClr val="2E7D5B"/>
                </a:solidFill>
                <a:latin typeface="Meiryo"/>
                <a:ea typeface="メイリオ"/>
              </a:rPr>
              <a:t>鳴らさない</a:t>
            </a:r>
            <a:r>
              <a:rPr lang="en-US" sz="1600" b="1" dirty="0">
                <a:solidFill>
                  <a:srgbClr val="2E7D5B"/>
                </a:solidFill>
                <a:latin typeface="Meiryo"/>
                <a:ea typeface="メイリオ"/>
              </a:rPr>
              <a:t>)</a:t>
            </a:r>
            <a:endParaRPr sz="1600" b="1" dirty="0">
              <a:solidFill>
                <a:srgbClr val="2E7D5B"/>
              </a:solidFill>
              <a:latin typeface="Meiryo"/>
              <a:ea typeface="メイリオ"/>
            </a:endParaRPr>
          </a:p>
        </p:txBody>
      </p:sp>
      <p:sp>
        <p:nvSpPr>
          <p:cNvPr id="145" name="TextBox 144"/>
          <p:cNvSpPr txBox="1"/>
          <p:nvPr/>
        </p:nvSpPr>
        <p:spPr>
          <a:xfrm>
            <a:off x="939800" y="6019800"/>
            <a:ext cx="10414000" cy="2286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r>
              <a:rPr sz="1200">
                <a:solidFill>
                  <a:srgbClr val="8A8F9A"/>
                </a:solidFill>
                <a:latin typeface="Meiryo"/>
                <a:ea typeface="メイリオ"/>
              </a:rPr>
              <a:t>※ 通知は本物の検出層の出力（正解の位置から作ったオラクル版ではない）。通知規則は v4.3。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Rectangle 51">
            <a:extLst>
              <a:ext uri="{FF2B5EF4-FFF2-40B4-BE49-F238E27FC236}">
                <a16:creationId xmlns:a16="http://schemas.microsoft.com/office/drawing/2014/main" id="{8C3E9802-23EA-560F-31A8-ED147C4C9806}"/>
              </a:ext>
            </a:extLst>
          </p:cNvPr>
          <p:cNvSpPr/>
          <p:nvPr/>
        </p:nvSpPr>
        <p:spPr>
          <a:xfrm>
            <a:off x="889000" y="5283200"/>
            <a:ext cx="10414000" cy="457200"/>
          </a:xfrm>
          <a:prstGeom prst="rect">
            <a:avLst/>
          </a:prstGeom>
          <a:solidFill>
            <a:srgbClr val="FCF8EF"/>
          </a:solidFill>
          <a:ln w="12700">
            <a:solidFill>
              <a:srgbClr val="F5E4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080A4C50-64B1-23F3-8050-E3E27F74473C}"/>
              </a:ext>
            </a:extLst>
          </p:cNvPr>
          <p:cNvSpPr/>
          <p:nvPr/>
        </p:nvSpPr>
        <p:spPr>
          <a:xfrm>
            <a:off x="488325" y="0"/>
            <a:ext cx="0" cy="6858000"/>
          </a:xfrm>
          <a:prstGeom prst="line">
            <a:avLst/>
          </a:prstGeom>
          <a:ln w="19050" cap="flat">
            <a:solidFill>
              <a:srgbClr val="53476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 sz="120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1907AC57-48AB-3002-4723-0C132D8B8925}"/>
              </a:ext>
            </a:extLst>
          </p:cNvPr>
          <p:cNvSpPr/>
          <p:nvPr/>
        </p:nvSpPr>
        <p:spPr>
          <a:xfrm flipV="1">
            <a:off x="0" y="913267"/>
            <a:ext cx="12192000" cy="0"/>
          </a:xfrm>
          <a:prstGeom prst="line">
            <a:avLst/>
          </a:prstGeom>
          <a:ln w="19050" cap="flat">
            <a:solidFill>
              <a:srgbClr val="53476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 sz="1200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13B9B957-2A98-6DA3-7636-11A198DA0730}"/>
              </a:ext>
            </a:extLst>
          </p:cNvPr>
          <p:cNvGrpSpPr/>
          <p:nvPr/>
        </p:nvGrpSpPr>
        <p:grpSpPr>
          <a:xfrm>
            <a:off x="347001" y="411790"/>
            <a:ext cx="591239" cy="89687"/>
            <a:chOff x="0" y="0"/>
            <a:chExt cx="233576" cy="35432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839002E3-A296-84E4-4952-15910B42FB10}"/>
                </a:ext>
              </a:extLst>
            </p:cNvPr>
            <p:cNvSpPr/>
            <p:nvPr/>
          </p:nvSpPr>
          <p:spPr>
            <a:xfrm>
              <a:off x="0" y="0"/>
              <a:ext cx="233576" cy="35432"/>
            </a:xfrm>
            <a:custGeom>
              <a:avLst/>
              <a:gdLst/>
              <a:ahLst/>
              <a:cxnLst/>
              <a:rect l="l" t="t" r="r" b="b"/>
              <a:pathLst>
                <a:path w="233576" h="35432">
                  <a:moveTo>
                    <a:pt x="0" y="0"/>
                  </a:moveTo>
                  <a:lnTo>
                    <a:pt x="233576" y="0"/>
                  </a:lnTo>
                  <a:lnTo>
                    <a:pt x="233576" y="35432"/>
                  </a:lnTo>
                  <a:lnTo>
                    <a:pt x="0" y="35432"/>
                  </a:lnTo>
                  <a:close/>
                </a:path>
              </a:pathLst>
            </a:custGeom>
            <a:gradFill rotWithShape="1">
              <a:gsLst>
                <a:gs pos="0">
                  <a:srgbClr val="53476B">
                    <a:alpha val="100000"/>
                  </a:srgbClr>
                </a:gs>
                <a:gs pos="100000">
                  <a:srgbClr val="A098B0">
                    <a:alpha val="100000"/>
                  </a:srgbClr>
                </a:gs>
              </a:gsLst>
              <a:lin ang="270000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ja-JP" altLang="en-US" sz="1200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6669AB3B-C15F-F08F-2999-C2C721AC6057}"/>
                </a:ext>
              </a:extLst>
            </p:cNvPr>
            <p:cNvSpPr txBox="1"/>
            <p:nvPr/>
          </p:nvSpPr>
          <p:spPr>
            <a:xfrm>
              <a:off x="0" y="-219075"/>
              <a:ext cx="233576" cy="254507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  <a:spcBef>
                  <a:spcPct val="0"/>
                </a:spcBef>
              </a:pPr>
              <a:endParaRPr sz="1200"/>
            </a:p>
          </p:txBody>
        </p:sp>
      </p:grp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2AEAB1FE-2E33-2FDB-3CD6-6B38B40633C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760"/>
          </a:xfrm>
        </p:spPr>
        <p:txBody>
          <a:bodyPr/>
          <a:lstStyle/>
          <a:p>
            <a:r>
              <a:rPr kumimoji="1" lang="en-US" altLang="ja-JP"/>
              <a:t>2026/09/15</a:t>
            </a:r>
            <a:endParaRPr kumimoji="1" lang="ja-JP" altLang="en-US"/>
          </a:p>
        </p:txBody>
      </p:sp>
      <p:sp>
        <p:nvSpPr>
          <p:cNvPr id="8" name="スライド番号プレースホルダー 7">
            <a:extLst>
              <a:ext uri="{FF2B5EF4-FFF2-40B4-BE49-F238E27FC236}">
                <a16:creationId xmlns:a16="http://schemas.microsoft.com/office/drawing/2014/main" id="{49D872C1-71A6-DF58-BCF4-8B9DBEA9D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760"/>
          </a:xfrm>
        </p:spPr>
        <p:txBody>
          <a:bodyPr/>
          <a:lstStyle/>
          <a:p>
            <a:fld id="{4E9148DC-F7ED-4428-85F4-2C78C4B0CFB7}" type="slidenum">
              <a:rPr kumimoji="1" lang="ja-JP" altLang="en-US" smtClean="0"/>
              <a:t>14</a:t>
            </a:fld>
            <a:endParaRPr kumimoji="1" lang="ja-JP" altLang="en-US"/>
          </a:p>
        </p:txBody>
      </p:sp>
      <p:sp>
        <p:nvSpPr>
          <p:cNvPr id="24" name="TextBox 13">
            <a:extLst>
              <a:ext uri="{FF2B5EF4-FFF2-40B4-BE49-F238E27FC236}">
                <a16:creationId xmlns:a16="http://schemas.microsoft.com/office/drawing/2014/main" id="{5BE1C6EC-737B-8C16-099C-4587F438D2E7}"/>
              </a:ext>
            </a:extLst>
          </p:cNvPr>
          <p:cNvSpPr txBox="1"/>
          <p:nvPr/>
        </p:nvSpPr>
        <p:spPr>
          <a:xfrm>
            <a:off x="1079564" y="179367"/>
            <a:ext cx="10459293" cy="5770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546"/>
              </a:lnSpc>
            </a:pPr>
            <a:r>
              <a:rPr lang="ja-JP" altLang="en-US" sz="3200" b="1" spc="679" dirty="0">
                <a:latin typeface="メイリオ" panose="020B0604030504040204" pitchFamily="50" charset="-128"/>
                <a:ea typeface="メイリオ" panose="020B0604030504040204" pitchFamily="50" charset="-128"/>
                <a:cs typeface="Noto Sans JP Medium"/>
                <a:sym typeface="Noto Sans JP Medium"/>
              </a:rPr>
              <a:t>どんな音を、どれだけ録るのか</a:t>
            </a:r>
          </a:p>
        </p:txBody>
      </p:sp>
      <p:sp>
        <p:nvSpPr>
          <p:cNvPr id="13" name="TextBox 10">
            <a:extLst>
              <a:ext uri="{FF2B5EF4-FFF2-40B4-BE49-F238E27FC236}">
                <a16:creationId xmlns:a16="http://schemas.microsoft.com/office/drawing/2014/main" id="{57D79233-B679-AD6E-2A3F-12F92E8F2D02}"/>
              </a:ext>
            </a:extLst>
          </p:cNvPr>
          <p:cNvSpPr txBox="1"/>
          <p:nvPr/>
        </p:nvSpPr>
        <p:spPr>
          <a:xfrm>
            <a:off x="889000" y="1270000"/>
            <a:ext cx="10414000" cy="271869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600" b="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検出対象の8種類を、屋外で計210</a:t>
            </a:r>
            <a:r>
              <a:rPr lang="ja-JP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本</a:t>
            </a:r>
            <a:r>
              <a:rPr lang="ja-JP" altLang="en-US" sz="1600" b="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/>
            </a:r>
            <a:r>
              <a:rPr lang="ja-JP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録音。</a:t>
            </a:r>
            <a:endParaRPr sz="1600" b="0" dirty="0">
              <a:solidFill>
                <a:schemeClr val="tx1">
                  <a:lumMod val="95000"/>
                  <a:lumOff val="5000"/>
                </a:schemeClr>
              </a:solidFill>
              <a:latin typeface="Meiryo"/>
              <a:ea typeface="メイリオ"/>
            </a:endParaRPr>
          </a:p>
        </p:txBody>
      </p:sp>
      <p:sp>
        <p:nvSpPr>
          <p:cNvPr id="15" name="Rectangle 11">
            <a:extLst>
              <a:ext uri="{FF2B5EF4-FFF2-40B4-BE49-F238E27FC236}">
                <a16:creationId xmlns:a16="http://schemas.microsoft.com/office/drawing/2014/main" id="{DEF9D00A-69FE-4F38-1238-CD378B2A2A81}"/>
              </a:ext>
            </a:extLst>
          </p:cNvPr>
          <p:cNvSpPr/>
          <p:nvPr/>
        </p:nvSpPr>
        <p:spPr>
          <a:xfrm>
            <a:off x="889000" y="1625600"/>
            <a:ext cx="812800" cy="3302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rgbClr val="7E6F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0" rIns="38100" bIns="0" rtlCol="0" anchor="ctr"/>
          <a:lstStyle/>
          <a:p>
            <a:pPr algn="ctr"/>
            <a:r>
              <a:rPr sz="12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サイレン</a:t>
            </a:r>
            <a:endParaRPr sz="1200" b="1" dirty="0">
              <a:solidFill>
                <a:schemeClr val="tx1">
                  <a:lumMod val="95000"/>
                  <a:lumOff val="5000"/>
                </a:schemeClr>
              </a:solidFill>
              <a:latin typeface="Meiryo"/>
              <a:ea typeface="メイリオ"/>
            </a:endParaRPr>
          </a:p>
        </p:txBody>
      </p:sp>
      <p:sp>
        <p:nvSpPr>
          <p:cNvPr id="17" name="Rectangle 12">
            <a:extLst>
              <a:ext uri="{FF2B5EF4-FFF2-40B4-BE49-F238E27FC236}">
                <a16:creationId xmlns:a16="http://schemas.microsoft.com/office/drawing/2014/main" id="{2006D783-4D33-4B8B-3514-DCA635719061}"/>
              </a:ext>
            </a:extLst>
          </p:cNvPr>
          <p:cNvSpPr/>
          <p:nvPr/>
        </p:nvSpPr>
        <p:spPr>
          <a:xfrm>
            <a:off x="1803400" y="1625600"/>
            <a:ext cx="1117600" cy="3302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rgbClr val="7E6F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0" rIns="38100" bIns="0" rtlCol="0" anchor="ctr"/>
          <a:lstStyle/>
          <a:p>
            <a:pPr algn="ctr"/>
            <a:r>
              <a:rPr sz="1200" b="1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クラクション</a:t>
            </a:r>
          </a:p>
        </p:txBody>
      </p:sp>
      <p:sp>
        <p:nvSpPr>
          <p:cNvPr id="19" name="Rectangle 13">
            <a:extLst>
              <a:ext uri="{FF2B5EF4-FFF2-40B4-BE49-F238E27FC236}">
                <a16:creationId xmlns:a16="http://schemas.microsoft.com/office/drawing/2014/main" id="{E0EC8CF0-B8EC-7281-ABCD-7F67BE62EA51}"/>
              </a:ext>
            </a:extLst>
          </p:cNvPr>
          <p:cNvSpPr/>
          <p:nvPr/>
        </p:nvSpPr>
        <p:spPr>
          <a:xfrm>
            <a:off x="3022600" y="1625600"/>
            <a:ext cx="812800" cy="3302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rgbClr val="7E6F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0" rIns="38100" bIns="0" rtlCol="0" anchor="ctr"/>
          <a:lstStyle/>
          <a:p>
            <a:pPr algn="ctr"/>
            <a:r>
              <a:rPr sz="1200" b="1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バック音</a:t>
            </a:r>
          </a:p>
        </p:txBody>
      </p:sp>
      <p:sp>
        <p:nvSpPr>
          <p:cNvPr id="21" name="Rectangle 14">
            <a:extLst>
              <a:ext uri="{FF2B5EF4-FFF2-40B4-BE49-F238E27FC236}">
                <a16:creationId xmlns:a16="http://schemas.microsoft.com/office/drawing/2014/main" id="{93FA362E-F05A-7BF7-FA62-F32F6B398ECC}"/>
              </a:ext>
            </a:extLst>
          </p:cNvPr>
          <p:cNvSpPr/>
          <p:nvPr/>
        </p:nvSpPr>
        <p:spPr>
          <a:xfrm>
            <a:off x="3937000" y="1625600"/>
            <a:ext cx="965200" cy="3302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rgbClr val="7E6F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0" rIns="38100" bIns="0" rtlCol="0" anchor="ctr"/>
          <a:lstStyle/>
          <a:p>
            <a:pPr algn="ctr"/>
            <a:r>
              <a:rPr sz="1200" b="1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自転車ベル</a:t>
            </a:r>
          </a:p>
        </p:txBody>
      </p:sp>
      <p:sp>
        <p:nvSpPr>
          <p:cNvPr id="23" name="Rectangle 15">
            <a:extLst>
              <a:ext uri="{FF2B5EF4-FFF2-40B4-BE49-F238E27FC236}">
                <a16:creationId xmlns:a16="http://schemas.microsoft.com/office/drawing/2014/main" id="{7DDC986E-DF66-17E2-C30E-D9B7213270B3}"/>
              </a:ext>
            </a:extLst>
          </p:cNvPr>
          <p:cNvSpPr/>
          <p:nvPr/>
        </p:nvSpPr>
        <p:spPr>
          <a:xfrm>
            <a:off x="5003800" y="1625600"/>
            <a:ext cx="355600" cy="3302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rgbClr val="7E6F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0" rIns="38100" bIns="0" rtlCol="0" anchor="ctr"/>
          <a:lstStyle/>
          <a:p>
            <a:pPr algn="ctr"/>
            <a:r>
              <a:rPr sz="1200" b="1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車</a:t>
            </a:r>
          </a:p>
        </p:txBody>
      </p:sp>
      <p:sp>
        <p:nvSpPr>
          <p:cNvPr id="26" name="Rectangle 16">
            <a:extLst>
              <a:ext uri="{FF2B5EF4-FFF2-40B4-BE49-F238E27FC236}">
                <a16:creationId xmlns:a16="http://schemas.microsoft.com/office/drawing/2014/main" id="{311A80DF-E5CE-828E-96B4-868348C79531}"/>
              </a:ext>
            </a:extLst>
          </p:cNvPr>
          <p:cNvSpPr/>
          <p:nvPr/>
        </p:nvSpPr>
        <p:spPr>
          <a:xfrm>
            <a:off x="5461000" y="1625600"/>
            <a:ext cx="965200" cy="3302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rgbClr val="7E6F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0" rIns="38100" bIns="0" rtlCol="0" anchor="ctr"/>
          <a:lstStyle/>
          <a:p>
            <a:pPr algn="ctr"/>
            <a:r>
              <a:rPr sz="1200" b="1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踏切・列車</a:t>
            </a:r>
          </a:p>
        </p:txBody>
      </p:sp>
      <p:sp>
        <p:nvSpPr>
          <p:cNvPr id="29" name="Rectangle 17">
            <a:extLst>
              <a:ext uri="{FF2B5EF4-FFF2-40B4-BE49-F238E27FC236}">
                <a16:creationId xmlns:a16="http://schemas.microsoft.com/office/drawing/2014/main" id="{DD0F50E1-3826-A9A5-C7C2-4C87A5D5B521}"/>
              </a:ext>
            </a:extLst>
          </p:cNvPr>
          <p:cNvSpPr/>
          <p:nvPr/>
        </p:nvSpPr>
        <p:spPr>
          <a:xfrm>
            <a:off x="6527800" y="1625600"/>
            <a:ext cx="1117600" cy="3302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rgbClr val="7E6F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0" rIns="38100" bIns="0" rtlCol="0" anchor="ctr"/>
          <a:lstStyle/>
          <a:p>
            <a:pPr algn="ctr"/>
            <a:r>
              <a:rPr sz="1200" b="1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キックボード</a:t>
            </a:r>
          </a:p>
        </p:txBody>
      </p:sp>
      <p:sp>
        <p:nvSpPr>
          <p:cNvPr id="32" name="Rectangle 18">
            <a:extLst>
              <a:ext uri="{FF2B5EF4-FFF2-40B4-BE49-F238E27FC236}">
                <a16:creationId xmlns:a16="http://schemas.microsoft.com/office/drawing/2014/main" id="{AFD5A96F-0C5A-E3DA-573B-905DBF24AA05}"/>
              </a:ext>
            </a:extLst>
          </p:cNvPr>
          <p:cNvSpPr/>
          <p:nvPr/>
        </p:nvSpPr>
        <p:spPr>
          <a:xfrm>
            <a:off x="7747000" y="1625600"/>
            <a:ext cx="660400" cy="3302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rgbClr val="7E6F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0" rIns="38100" bIns="0" rtlCol="0" anchor="ctr"/>
          <a:lstStyle/>
          <a:p>
            <a:pPr algn="ctr"/>
            <a:r>
              <a:rPr sz="1200" b="1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バイク</a:t>
            </a:r>
          </a:p>
        </p:txBody>
      </p:sp>
      <p:sp>
        <p:nvSpPr>
          <p:cNvPr id="35" name="Rectangle 19">
            <a:extLst>
              <a:ext uri="{FF2B5EF4-FFF2-40B4-BE49-F238E27FC236}">
                <a16:creationId xmlns:a16="http://schemas.microsoft.com/office/drawing/2014/main" id="{2D68F91A-3FFF-A7B8-F7EA-1796574412D1}"/>
              </a:ext>
            </a:extLst>
          </p:cNvPr>
          <p:cNvSpPr/>
          <p:nvPr/>
        </p:nvSpPr>
        <p:spPr>
          <a:xfrm>
            <a:off x="889000" y="2159000"/>
            <a:ext cx="10414000" cy="330200"/>
          </a:xfrm>
          <a:prstGeom prst="rect">
            <a:avLst/>
          </a:prstGeom>
          <a:solidFill>
            <a:srgbClr val="232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8" name="TextBox 20">
            <a:extLst>
              <a:ext uri="{FF2B5EF4-FFF2-40B4-BE49-F238E27FC236}">
                <a16:creationId xmlns:a16="http://schemas.microsoft.com/office/drawing/2014/main" id="{6B2ABF49-2727-5F75-ABD0-EC131902BC41}"/>
              </a:ext>
            </a:extLst>
          </p:cNvPr>
          <p:cNvSpPr txBox="1"/>
          <p:nvPr/>
        </p:nvSpPr>
        <p:spPr>
          <a:xfrm>
            <a:off x="1066800" y="2202622"/>
            <a:ext cx="1651000" cy="302647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b="1" dirty="0" err="1">
                <a:solidFill>
                  <a:srgbClr val="FFFFFF"/>
                </a:solidFill>
                <a:latin typeface="Meiryo"/>
                <a:ea typeface="メイリオ"/>
              </a:rPr>
              <a:t>区分</a:t>
            </a:r>
            <a:endParaRPr b="1" dirty="0">
              <a:solidFill>
                <a:srgbClr val="FFFFFF"/>
              </a:solidFill>
              <a:latin typeface="Meiryo"/>
              <a:ea typeface="メイリオ"/>
            </a:endParaRPr>
          </a:p>
        </p:txBody>
      </p:sp>
      <p:sp>
        <p:nvSpPr>
          <p:cNvPr id="40" name="TextBox 21">
            <a:extLst>
              <a:ext uri="{FF2B5EF4-FFF2-40B4-BE49-F238E27FC236}">
                <a16:creationId xmlns:a16="http://schemas.microsoft.com/office/drawing/2014/main" id="{009989A9-6748-68D8-5162-2C7EB79DBEBF}"/>
              </a:ext>
            </a:extLst>
          </p:cNvPr>
          <p:cNvSpPr txBox="1"/>
          <p:nvPr/>
        </p:nvSpPr>
        <p:spPr>
          <a:xfrm>
            <a:off x="2823801" y="2202622"/>
            <a:ext cx="880198" cy="302647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b="1" dirty="0" err="1">
                <a:solidFill>
                  <a:srgbClr val="FFFFFF"/>
                </a:solidFill>
                <a:latin typeface="Meiryo"/>
                <a:ea typeface="メイリオ"/>
              </a:rPr>
              <a:t>本数</a:t>
            </a:r>
            <a:endParaRPr b="1" dirty="0">
              <a:solidFill>
                <a:srgbClr val="FFFFFF"/>
              </a:solidFill>
              <a:latin typeface="Meiryo"/>
              <a:ea typeface="メイリオ"/>
            </a:endParaRPr>
          </a:p>
        </p:txBody>
      </p:sp>
      <p:sp>
        <p:nvSpPr>
          <p:cNvPr id="43" name="TextBox 22">
            <a:extLst>
              <a:ext uri="{FF2B5EF4-FFF2-40B4-BE49-F238E27FC236}">
                <a16:creationId xmlns:a16="http://schemas.microsoft.com/office/drawing/2014/main" id="{EDE19FE9-AD68-4A44-5BE9-391D8DF48B83}"/>
              </a:ext>
            </a:extLst>
          </p:cNvPr>
          <p:cNvSpPr txBox="1"/>
          <p:nvPr/>
        </p:nvSpPr>
        <p:spPr>
          <a:xfrm>
            <a:off x="3810000" y="2202622"/>
            <a:ext cx="6985000" cy="302647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b="1">
                <a:solidFill>
                  <a:srgbClr val="FFFFFF"/>
                </a:solidFill>
                <a:latin typeface="Meiryo"/>
                <a:ea typeface="メイリオ"/>
              </a:rPr>
              <a:t>中身</a:t>
            </a:r>
          </a:p>
        </p:txBody>
      </p:sp>
      <p:sp>
        <p:nvSpPr>
          <p:cNvPr id="45" name="Rectangle 23">
            <a:extLst>
              <a:ext uri="{FF2B5EF4-FFF2-40B4-BE49-F238E27FC236}">
                <a16:creationId xmlns:a16="http://schemas.microsoft.com/office/drawing/2014/main" id="{D724EFF9-2609-E886-7D4E-766B60D810F1}"/>
              </a:ext>
            </a:extLst>
          </p:cNvPr>
          <p:cNvSpPr/>
          <p:nvPr/>
        </p:nvSpPr>
        <p:spPr>
          <a:xfrm>
            <a:off x="889000" y="2489200"/>
            <a:ext cx="10414000" cy="381000"/>
          </a:xfrm>
          <a:prstGeom prst="rect">
            <a:avLst/>
          </a:prstGeom>
          <a:solidFill>
            <a:srgbClr val="FFFFFF"/>
          </a:solidFill>
          <a:ln w="7620">
            <a:solidFill>
              <a:srgbClr val="C9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47" name="TextBox 24">
            <a:extLst>
              <a:ext uri="{FF2B5EF4-FFF2-40B4-BE49-F238E27FC236}">
                <a16:creationId xmlns:a16="http://schemas.microsoft.com/office/drawing/2014/main" id="{4A74767F-7FC5-6F64-96F2-1769830D9DA8}"/>
              </a:ext>
            </a:extLst>
          </p:cNvPr>
          <p:cNvSpPr txBox="1"/>
          <p:nvPr/>
        </p:nvSpPr>
        <p:spPr>
          <a:xfrm>
            <a:off x="1066800" y="2565400"/>
            <a:ext cx="1651000" cy="271869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600" b="1" dirty="0">
                <a:solidFill>
                  <a:srgbClr val="222838"/>
                </a:solidFill>
                <a:latin typeface="Meiryo"/>
                <a:ea typeface="メイリオ"/>
              </a:rPr>
              <a:t>A </a:t>
            </a:r>
            <a:r>
              <a:rPr sz="1600" b="1" dirty="0" err="1">
                <a:solidFill>
                  <a:srgbClr val="222838"/>
                </a:solidFill>
                <a:latin typeface="Meiryo"/>
                <a:ea typeface="メイリオ"/>
              </a:rPr>
              <a:t>走行車</a:t>
            </a:r>
            <a:endParaRPr sz="1600" b="1" dirty="0">
              <a:solidFill>
                <a:srgbClr val="222838"/>
              </a:solidFill>
              <a:latin typeface="Meiryo"/>
              <a:ea typeface="メイリオ"/>
            </a:endParaRPr>
          </a:p>
        </p:txBody>
      </p:sp>
      <p:sp>
        <p:nvSpPr>
          <p:cNvPr id="49" name="TextBox 25">
            <a:extLst>
              <a:ext uri="{FF2B5EF4-FFF2-40B4-BE49-F238E27FC236}">
                <a16:creationId xmlns:a16="http://schemas.microsoft.com/office/drawing/2014/main" id="{99E41E0D-4E5C-F346-B247-93F9D0FA6AF2}"/>
              </a:ext>
            </a:extLst>
          </p:cNvPr>
          <p:cNvSpPr txBox="1"/>
          <p:nvPr/>
        </p:nvSpPr>
        <p:spPr>
          <a:xfrm>
            <a:off x="2823801" y="2565400"/>
            <a:ext cx="880198" cy="271869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600" b="1" dirty="0">
                <a:solidFill>
                  <a:srgbClr val="C0392B"/>
                </a:solidFill>
                <a:latin typeface="Meiryo"/>
                <a:ea typeface="メイリオ"/>
              </a:rPr>
              <a:t>20</a:t>
            </a:r>
          </a:p>
        </p:txBody>
      </p:sp>
      <p:sp>
        <p:nvSpPr>
          <p:cNvPr id="52" name="TextBox 26">
            <a:extLst>
              <a:ext uri="{FF2B5EF4-FFF2-40B4-BE49-F238E27FC236}">
                <a16:creationId xmlns:a16="http://schemas.microsoft.com/office/drawing/2014/main" id="{672C6882-07AD-3A83-F8D5-AFD77440B317}"/>
              </a:ext>
            </a:extLst>
          </p:cNvPr>
          <p:cNvSpPr txBox="1"/>
          <p:nvPr/>
        </p:nvSpPr>
        <p:spPr>
          <a:xfrm>
            <a:off x="3810000" y="2565400"/>
            <a:ext cx="6985000" cy="24109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400" b="0" dirty="0">
                <a:solidFill>
                  <a:srgbClr val="595F6E"/>
                </a:solidFill>
                <a:latin typeface="Meiryo"/>
                <a:ea typeface="メイリオ"/>
              </a:rPr>
              <a:t>横2.0〜3.2mを10本</a:t>
            </a:r>
            <a:r>
              <a:rPr lang="en-US" sz="1400" b="0" dirty="0">
                <a:solidFill>
                  <a:srgbClr val="595F6E"/>
                </a:solidFill>
                <a:latin typeface="Meiryo"/>
                <a:ea typeface="メイリオ"/>
              </a:rPr>
              <a:t>(</a:t>
            </a:r>
            <a:r>
              <a:rPr sz="1400" b="0" dirty="0">
                <a:solidFill>
                  <a:srgbClr val="595F6E"/>
                </a:solidFill>
                <a:latin typeface="Meiryo"/>
                <a:ea typeface="メイリオ"/>
              </a:rPr>
              <a:t>うち後方から6本以上</a:t>
            </a:r>
            <a:r>
              <a:rPr lang="en-US" sz="1400" b="0" dirty="0">
                <a:solidFill>
                  <a:srgbClr val="595F6E"/>
                </a:solidFill>
                <a:latin typeface="Meiryo"/>
                <a:ea typeface="メイリオ"/>
              </a:rPr>
              <a:t>)</a:t>
            </a:r>
            <a:r>
              <a:rPr lang="en-US" sz="1400" dirty="0">
                <a:solidFill>
                  <a:srgbClr val="595F6E"/>
                </a:solidFill>
                <a:latin typeface="Meiryo"/>
                <a:ea typeface="メイリオ"/>
              </a:rPr>
              <a:t> / </a:t>
            </a:r>
            <a:r>
              <a:rPr sz="1400" b="0" dirty="0">
                <a:solidFill>
                  <a:srgbClr val="595F6E"/>
                </a:solidFill>
                <a:latin typeface="Meiryo"/>
                <a:ea typeface="メイリオ"/>
              </a:rPr>
              <a:t>横5</a:t>
            </a:r>
            <a:r>
              <a:rPr lang="en-US" sz="1400" b="0" dirty="0">
                <a:solidFill>
                  <a:srgbClr val="595F6E"/>
                </a:solidFill>
                <a:latin typeface="Meiryo"/>
                <a:ea typeface="メイリオ"/>
              </a:rPr>
              <a:t>.0</a:t>
            </a:r>
            <a:r>
              <a:rPr sz="1400" b="0" dirty="0">
                <a:solidFill>
                  <a:srgbClr val="595F6E"/>
                </a:solidFill>
                <a:latin typeface="Meiryo"/>
                <a:ea typeface="メイリオ"/>
              </a:rPr>
              <a:t>〜15mを10本</a:t>
            </a:r>
          </a:p>
        </p:txBody>
      </p:sp>
      <p:sp>
        <p:nvSpPr>
          <p:cNvPr id="54" name="Rectangle 27">
            <a:extLst>
              <a:ext uri="{FF2B5EF4-FFF2-40B4-BE49-F238E27FC236}">
                <a16:creationId xmlns:a16="http://schemas.microsoft.com/office/drawing/2014/main" id="{CC00E256-7344-48B2-393F-68546F3EE3A8}"/>
              </a:ext>
            </a:extLst>
          </p:cNvPr>
          <p:cNvSpPr/>
          <p:nvPr/>
        </p:nvSpPr>
        <p:spPr>
          <a:xfrm>
            <a:off x="889000" y="2870200"/>
            <a:ext cx="10414000" cy="381000"/>
          </a:xfrm>
          <a:prstGeom prst="rect">
            <a:avLst/>
          </a:prstGeom>
          <a:solidFill>
            <a:srgbClr val="F2F3F5"/>
          </a:solidFill>
          <a:ln w="7620">
            <a:solidFill>
              <a:srgbClr val="C9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56" name="TextBox 28">
            <a:extLst>
              <a:ext uri="{FF2B5EF4-FFF2-40B4-BE49-F238E27FC236}">
                <a16:creationId xmlns:a16="http://schemas.microsoft.com/office/drawing/2014/main" id="{E720FA0B-90CA-7D8E-23DA-05C65F8EFBCB}"/>
              </a:ext>
            </a:extLst>
          </p:cNvPr>
          <p:cNvSpPr txBox="1"/>
          <p:nvPr/>
        </p:nvSpPr>
        <p:spPr>
          <a:xfrm>
            <a:off x="1066800" y="2946400"/>
            <a:ext cx="1651000" cy="271869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600" b="1">
                <a:solidFill>
                  <a:srgbClr val="222838"/>
                </a:solidFill>
                <a:latin typeface="Meiryo"/>
                <a:ea typeface="メイリオ"/>
              </a:rPr>
              <a:t>B 弱点</a:t>
            </a:r>
          </a:p>
        </p:txBody>
      </p:sp>
      <p:sp>
        <p:nvSpPr>
          <p:cNvPr id="58" name="TextBox 29">
            <a:extLst>
              <a:ext uri="{FF2B5EF4-FFF2-40B4-BE49-F238E27FC236}">
                <a16:creationId xmlns:a16="http://schemas.microsoft.com/office/drawing/2014/main" id="{E8563ECC-3540-A01D-2D3A-B4982B5C6068}"/>
              </a:ext>
            </a:extLst>
          </p:cNvPr>
          <p:cNvSpPr txBox="1"/>
          <p:nvPr/>
        </p:nvSpPr>
        <p:spPr>
          <a:xfrm>
            <a:off x="2823801" y="2946400"/>
            <a:ext cx="880198" cy="271869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eiryo"/>
                <a:ea typeface="メイリオ"/>
              </a:rPr>
              <a:t>20</a:t>
            </a:r>
          </a:p>
        </p:txBody>
      </p:sp>
      <p:sp>
        <p:nvSpPr>
          <p:cNvPr id="60" name="TextBox 30">
            <a:extLst>
              <a:ext uri="{FF2B5EF4-FFF2-40B4-BE49-F238E27FC236}">
                <a16:creationId xmlns:a16="http://schemas.microsoft.com/office/drawing/2014/main" id="{095B3FB4-103E-F6D5-AEF1-FCDB236736A4}"/>
              </a:ext>
            </a:extLst>
          </p:cNvPr>
          <p:cNvSpPr txBox="1"/>
          <p:nvPr/>
        </p:nvSpPr>
        <p:spPr>
          <a:xfrm>
            <a:off x="3810000" y="2946400"/>
            <a:ext cx="6985000" cy="24109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400" b="0" dirty="0">
                <a:solidFill>
                  <a:srgbClr val="595F6E"/>
                </a:solidFill>
                <a:latin typeface="Meiryo"/>
                <a:ea typeface="メイリオ"/>
              </a:rPr>
              <a:t>EV・HVの接近5</a:t>
            </a:r>
            <a:r>
              <a:rPr lang="en-US" sz="1400" b="0" dirty="0">
                <a:solidFill>
                  <a:srgbClr val="595F6E"/>
                </a:solidFill>
                <a:latin typeface="Meiryo"/>
                <a:ea typeface="メイリオ"/>
              </a:rPr>
              <a:t> / </a:t>
            </a:r>
            <a:r>
              <a:rPr sz="1400" b="0" dirty="0" err="1">
                <a:solidFill>
                  <a:srgbClr val="595F6E"/>
                </a:solidFill>
                <a:latin typeface="Meiryo"/>
                <a:ea typeface="メイリオ"/>
              </a:rPr>
              <a:t>停車</a:t>
            </a:r>
            <a:r>
              <a:rPr lang="en-US" sz="1400" b="0" dirty="0">
                <a:solidFill>
                  <a:srgbClr val="595F6E"/>
                </a:solidFill>
                <a:latin typeface="Meiryo"/>
                <a:ea typeface="メイリオ"/>
              </a:rPr>
              <a:t> </a:t>
            </a:r>
            <a:r>
              <a:rPr sz="1400" b="0" dirty="0">
                <a:solidFill>
                  <a:srgbClr val="595F6E"/>
                </a:solidFill>
                <a:latin typeface="Meiryo"/>
                <a:ea typeface="メイリオ"/>
              </a:rPr>
              <a:t>→</a:t>
            </a:r>
            <a:r>
              <a:rPr lang="en-US" sz="1400" b="0" dirty="0">
                <a:solidFill>
                  <a:srgbClr val="595F6E"/>
                </a:solidFill>
                <a:latin typeface="Meiryo"/>
                <a:ea typeface="メイリオ"/>
              </a:rPr>
              <a:t> </a:t>
            </a:r>
            <a:r>
              <a:rPr sz="1400" b="0" dirty="0">
                <a:solidFill>
                  <a:srgbClr val="595F6E"/>
                </a:solidFill>
                <a:latin typeface="Meiryo"/>
                <a:ea typeface="メイリオ"/>
              </a:rPr>
              <a:t>発進5</a:t>
            </a:r>
            <a:r>
              <a:rPr lang="en-US" sz="1400" b="0" dirty="0">
                <a:solidFill>
                  <a:srgbClr val="595F6E"/>
                </a:solidFill>
                <a:latin typeface="Meiryo"/>
                <a:ea typeface="メイリオ"/>
              </a:rPr>
              <a:t> / </a:t>
            </a:r>
            <a:r>
              <a:rPr sz="1400" b="0" dirty="0">
                <a:solidFill>
                  <a:srgbClr val="595F6E"/>
                </a:solidFill>
                <a:latin typeface="Meiryo"/>
                <a:ea typeface="メイリオ"/>
              </a:rPr>
              <a:t>自転車の至近通過5</a:t>
            </a:r>
            <a:r>
              <a:rPr lang="en-US" sz="1400" b="0" dirty="0">
                <a:solidFill>
                  <a:srgbClr val="595F6E"/>
                </a:solidFill>
                <a:latin typeface="Meiryo"/>
                <a:ea typeface="メイリオ"/>
              </a:rPr>
              <a:t> / </a:t>
            </a:r>
            <a:r>
              <a:rPr sz="1400" b="0" dirty="0">
                <a:solidFill>
                  <a:srgbClr val="595F6E"/>
                </a:solidFill>
                <a:latin typeface="Meiryo"/>
                <a:ea typeface="メイリオ"/>
              </a:rPr>
              <a:t>見通し不良の角5</a:t>
            </a:r>
          </a:p>
        </p:txBody>
      </p:sp>
      <p:sp>
        <p:nvSpPr>
          <p:cNvPr id="62" name="Rectangle 31">
            <a:extLst>
              <a:ext uri="{FF2B5EF4-FFF2-40B4-BE49-F238E27FC236}">
                <a16:creationId xmlns:a16="http://schemas.microsoft.com/office/drawing/2014/main" id="{AF02891C-BB1A-4C6A-B65F-8F0D93A56609}"/>
              </a:ext>
            </a:extLst>
          </p:cNvPr>
          <p:cNvSpPr/>
          <p:nvPr/>
        </p:nvSpPr>
        <p:spPr>
          <a:xfrm>
            <a:off x="889000" y="3251200"/>
            <a:ext cx="10414000" cy="381000"/>
          </a:xfrm>
          <a:prstGeom prst="rect">
            <a:avLst/>
          </a:prstGeom>
          <a:solidFill>
            <a:srgbClr val="FFFFFF"/>
          </a:solidFill>
          <a:ln w="7620">
            <a:solidFill>
              <a:srgbClr val="C9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64" name="TextBox 32">
            <a:extLst>
              <a:ext uri="{FF2B5EF4-FFF2-40B4-BE49-F238E27FC236}">
                <a16:creationId xmlns:a16="http://schemas.microsoft.com/office/drawing/2014/main" id="{82528B6E-4A8E-5C63-DAAA-DA45229093E5}"/>
              </a:ext>
            </a:extLst>
          </p:cNvPr>
          <p:cNvSpPr txBox="1"/>
          <p:nvPr/>
        </p:nvSpPr>
        <p:spPr>
          <a:xfrm>
            <a:off x="1066800" y="3327400"/>
            <a:ext cx="1651000" cy="271869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600" b="1" dirty="0">
                <a:solidFill>
                  <a:srgbClr val="222838"/>
                </a:solidFill>
                <a:latin typeface="Meiryo"/>
                <a:ea typeface="メイリオ"/>
              </a:rPr>
              <a:t>C </a:t>
            </a:r>
            <a:r>
              <a:rPr sz="1600" b="1" dirty="0" err="1">
                <a:solidFill>
                  <a:srgbClr val="222838"/>
                </a:solidFill>
                <a:latin typeface="Meiryo"/>
                <a:ea typeface="メイリオ"/>
              </a:rPr>
              <a:t>負例</a:t>
            </a:r>
            <a:endParaRPr sz="1600" b="1" dirty="0">
              <a:solidFill>
                <a:srgbClr val="222838"/>
              </a:solidFill>
              <a:latin typeface="Meiryo"/>
              <a:ea typeface="メイリオ"/>
            </a:endParaRPr>
          </a:p>
        </p:txBody>
      </p:sp>
      <p:sp>
        <p:nvSpPr>
          <p:cNvPr id="66" name="TextBox 33">
            <a:extLst>
              <a:ext uri="{FF2B5EF4-FFF2-40B4-BE49-F238E27FC236}">
                <a16:creationId xmlns:a16="http://schemas.microsoft.com/office/drawing/2014/main" id="{AAD6826B-83D3-56D3-0EC4-A701BF0BD026}"/>
              </a:ext>
            </a:extLst>
          </p:cNvPr>
          <p:cNvSpPr txBox="1"/>
          <p:nvPr/>
        </p:nvSpPr>
        <p:spPr>
          <a:xfrm>
            <a:off x="2823801" y="3327400"/>
            <a:ext cx="880198" cy="271869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eiryo"/>
                <a:ea typeface="メイリオ"/>
              </a:rPr>
              <a:t>20</a:t>
            </a:r>
          </a:p>
        </p:txBody>
      </p:sp>
      <p:sp>
        <p:nvSpPr>
          <p:cNvPr id="68" name="TextBox 34">
            <a:extLst>
              <a:ext uri="{FF2B5EF4-FFF2-40B4-BE49-F238E27FC236}">
                <a16:creationId xmlns:a16="http://schemas.microsoft.com/office/drawing/2014/main" id="{D11E7972-B00F-57E6-A7FD-F771E8959895}"/>
              </a:ext>
            </a:extLst>
          </p:cNvPr>
          <p:cNvSpPr txBox="1"/>
          <p:nvPr/>
        </p:nvSpPr>
        <p:spPr>
          <a:xfrm>
            <a:off x="3810000" y="3327400"/>
            <a:ext cx="6985000" cy="24109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400" b="0" dirty="0">
                <a:solidFill>
                  <a:srgbClr val="595F6E"/>
                </a:solidFill>
                <a:latin typeface="Meiryo"/>
                <a:ea typeface="メイリオ"/>
              </a:rPr>
              <a:t>静穏6</a:t>
            </a:r>
            <a:r>
              <a:rPr lang="en-US" sz="1400" b="0" dirty="0">
                <a:solidFill>
                  <a:srgbClr val="595F6E"/>
                </a:solidFill>
                <a:latin typeface="Meiryo"/>
                <a:ea typeface="メイリオ"/>
              </a:rPr>
              <a:t> / </a:t>
            </a:r>
            <a:r>
              <a:rPr sz="1400" b="0" dirty="0">
                <a:solidFill>
                  <a:srgbClr val="595F6E"/>
                </a:solidFill>
                <a:latin typeface="Meiryo"/>
                <a:ea typeface="メイリオ"/>
              </a:rPr>
              <a:t>繁華街・工事6</a:t>
            </a:r>
            <a:r>
              <a:rPr lang="en-US" sz="1400" b="0" dirty="0">
                <a:solidFill>
                  <a:srgbClr val="595F6E"/>
                </a:solidFill>
                <a:latin typeface="Meiryo"/>
                <a:ea typeface="メイリオ"/>
              </a:rPr>
              <a:t> / </a:t>
            </a:r>
            <a:r>
              <a:rPr sz="1400" b="0" dirty="0">
                <a:solidFill>
                  <a:srgbClr val="595F6E"/>
                </a:solidFill>
                <a:latin typeface="Meiryo"/>
                <a:ea typeface="メイリオ"/>
              </a:rPr>
              <a:t>雨上がり4</a:t>
            </a:r>
            <a:r>
              <a:rPr lang="en-US" sz="1400" b="0" dirty="0">
                <a:solidFill>
                  <a:srgbClr val="595F6E"/>
                </a:solidFill>
                <a:latin typeface="Meiryo"/>
                <a:ea typeface="メイリオ"/>
              </a:rPr>
              <a:t> / </a:t>
            </a:r>
            <a:r>
              <a:rPr sz="1400" b="0" dirty="0">
                <a:solidFill>
                  <a:srgbClr val="595F6E"/>
                </a:solidFill>
                <a:latin typeface="Meiryo"/>
                <a:ea typeface="メイリオ"/>
              </a:rPr>
              <a:t>風あり4</a:t>
            </a:r>
            <a:r>
              <a:rPr lang="en-US" sz="1400" b="0" dirty="0">
                <a:solidFill>
                  <a:srgbClr val="595F6E"/>
                </a:solidFill>
                <a:latin typeface="Meiryo"/>
                <a:ea typeface="メイリオ"/>
              </a:rPr>
              <a:t> </a:t>
            </a:r>
            <a:r>
              <a:rPr sz="1400" b="0" dirty="0">
                <a:solidFill>
                  <a:srgbClr val="595F6E"/>
                </a:solidFill>
                <a:latin typeface="Meiryo"/>
                <a:ea typeface="メイリオ"/>
              </a:rPr>
              <a:t>＝</a:t>
            </a:r>
            <a:r>
              <a:rPr lang="en-US" sz="1400" b="0" dirty="0">
                <a:solidFill>
                  <a:srgbClr val="595F6E"/>
                </a:solidFill>
                <a:latin typeface="Meiryo"/>
                <a:ea typeface="メイリオ"/>
              </a:rPr>
              <a:t> </a:t>
            </a:r>
            <a:r>
              <a:rPr sz="1400" b="0" dirty="0" err="1">
                <a:solidFill>
                  <a:srgbClr val="595F6E"/>
                </a:solidFill>
                <a:latin typeface="Meiryo"/>
                <a:ea typeface="メイリオ"/>
              </a:rPr>
              <a:t>鳴ってはいけない場面</a:t>
            </a:r>
            <a:endParaRPr sz="1400" b="0" dirty="0">
              <a:solidFill>
                <a:srgbClr val="595F6E"/>
              </a:solidFill>
              <a:latin typeface="Meiryo"/>
              <a:ea typeface="メイリオ"/>
            </a:endParaRPr>
          </a:p>
        </p:txBody>
      </p:sp>
      <p:sp>
        <p:nvSpPr>
          <p:cNvPr id="70" name="Rectangle 35">
            <a:extLst>
              <a:ext uri="{FF2B5EF4-FFF2-40B4-BE49-F238E27FC236}">
                <a16:creationId xmlns:a16="http://schemas.microsoft.com/office/drawing/2014/main" id="{8DEF1CAA-E695-D28C-4A52-19B555C4ADC6}"/>
              </a:ext>
            </a:extLst>
          </p:cNvPr>
          <p:cNvSpPr/>
          <p:nvPr/>
        </p:nvSpPr>
        <p:spPr>
          <a:xfrm>
            <a:off x="889000" y="3632200"/>
            <a:ext cx="10414000" cy="381000"/>
          </a:xfrm>
          <a:prstGeom prst="rect">
            <a:avLst/>
          </a:prstGeom>
          <a:solidFill>
            <a:srgbClr val="F2F3F5"/>
          </a:solidFill>
          <a:ln w="7620">
            <a:solidFill>
              <a:srgbClr val="C9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72" name="TextBox 36">
            <a:extLst>
              <a:ext uri="{FF2B5EF4-FFF2-40B4-BE49-F238E27FC236}">
                <a16:creationId xmlns:a16="http://schemas.microsoft.com/office/drawing/2014/main" id="{3552971B-A95B-7FEE-EE09-6D42AEDAE182}"/>
              </a:ext>
            </a:extLst>
          </p:cNvPr>
          <p:cNvSpPr txBox="1"/>
          <p:nvPr/>
        </p:nvSpPr>
        <p:spPr>
          <a:xfrm>
            <a:off x="1066800" y="3708400"/>
            <a:ext cx="1651000" cy="271869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600" b="1" dirty="0">
                <a:solidFill>
                  <a:srgbClr val="222838"/>
                </a:solidFill>
                <a:latin typeface="Meiryo"/>
                <a:ea typeface="メイリオ"/>
              </a:rPr>
              <a:t>D </a:t>
            </a:r>
            <a:r>
              <a:rPr sz="1600" b="1" dirty="0" err="1">
                <a:solidFill>
                  <a:srgbClr val="222838"/>
                </a:solidFill>
                <a:latin typeface="Meiryo"/>
                <a:ea typeface="メイリオ"/>
              </a:rPr>
              <a:t>警告音</a:t>
            </a:r>
            <a:endParaRPr sz="1600" b="1" dirty="0">
              <a:solidFill>
                <a:srgbClr val="222838"/>
              </a:solidFill>
              <a:latin typeface="Meiryo"/>
              <a:ea typeface="メイリオ"/>
            </a:endParaRPr>
          </a:p>
        </p:txBody>
      </p:sp>
      <p:sp>
        <p:nvSpPr>
          <p:cNvPr id="74" name="TextBox 37">
            <a:extLst>
              <a:ext uri="{FF2B5EF4-FFF2-40B4-BE49-F238E27FC236}">
                <a16:creationId xmlns:a16="http://schemas.microsoft.com/office/drawing/2014/main" id="{D3E5CC15-D1C9-1AB7-D90A-CF24791031F6}"/>
              </a:ext>
            </a:extLst>
          </p:cNvPr>
          <p:cNvSpPr txBox="1"/>
          <p:nvPr/>
        </p:nvSpPr>
        <p:spPr>
          <a:xfrm>
            <a:off x="2823801" y="3708400"/>
            <a:ext cx="880198" cy="271869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600" b="1" dirty="0">
                <a:solidFill>
                  <a:srgbClr val="C0392B"/>
                </a:solidFill>
                <a:latin typeface="Meiryo"/>
                <a:ea typeface="メイリオ"/>
              </a:rPr>
              <a:t>20</a:t>
            </a:r>
          </a:p>
        </p:txBody>
      </p:sp>
      <p:sp>
        <p:nvSpPr>
          <p:cNvPr id="76" name="TextBox 38">
            <a:extLst>
              <a:ext uri="{FF2B5EF4-FFF2-40B4-BE49-F238E27FC236}">
                <a16:creationId xmlns:a16="http://schemas.microsoft.com/office/drawing/2014/main" id="{B9777156-8857-65A6-54D3-B0E1403D7741}"/>
              </a:ext>
            </a:extLst>
          </p:cNvPr>
          <p:cNvSpPr txBox="1"/>
          <p:nvPr/>
        </p:nvSpPr>
        <p:spPr>
          <a:xfrm>
            <a:off x="3810000" y="3708400"/>
            <a:ext cx="6985000" cy="24109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400" b="0" dirty="0">
                <a:solidFill>
                  <a:srgbClr val="595F6E"/>
                </a:solidFill>
                <a:latin typeface="Meiryo"/>
                <a:ea typeface="メイリオ"/>
              </a:rPr>
              <a:t>実在の踏切8</a:t>
            </a:r>
            <a:r>
              <a:rPr lang="en-US" sz="1400" b="0" dirty="0">
                <a:solidFill>
                  <a:srgbClr val="595F6E"/>
                </a:solidFill>
                <a:latin typeface="Meiryo"/>
                <a:ea typeface="メイリオ"/>
              </a:rPr>
              <a:t> / </a:t>
            </a:r>
            <a:r>
              <a:rPr sz="1400" b="0" dirty="0">
                <a:solidFill>
                  <a:srgbClr val="595F6E"/>
                </a:solidFill>
                <a:latin typeface="Meiryo"/>
                <a:ea typeface="メイリオ"/>
              </a:rPr>
              <a:t>バック音の統制4</a:t>
            </a:r>
            <a:r>
              <a:rPr lang="en-US" sz="1400" b="0" dirty="0">
                <a:solidFill>
                  <a:srgbClr val="595F6E"/>
                </a:solidFill>
                <a:latin typeface="Meiryo"/>
                <a:ea typeface="メイリオ"/>
              </a:rPr>
              <a:t> / </a:t>
            </a:r>
            <a:r>
              <a:rPr sz="1400" b="0" dirty="0">
                <a:solidFill>
                  <a:srgbClr val="595F6E"/>
                </a:solidFill>
                <a:latin typeface="Meiryo"/>
                <a:ea typeface="メイリオ"/>
              </a:rPr>
              <a:t>サイレンの遭遇待ち4 / クラクションの統制4</a:t>
            </a:r>
          </a:p>
        </p:txBody>
      </p:sp>
      <p:sp>
        <p:nvSpPr>
          <p:cNvPr id="78" name="Rectangle 39">
            <a:extLst>
              <a:ext uri="{FF2B5EF4-FFF2-40B4-BE49-F238E27FC236}">
                <a16:creationId xmlns:a16="http://schemas.microsoft.com/office/drawing/2014/main" id="{AA613053-1B8C-E1F9-96D5-607E2737A874}"/>
              </a:ext>
            </a:extLst>
          </p:cNvPr>
          <p:cNvSpPr/>
          <p:nvPr/>
        </p:nvSpPr>
        <p:spPr>
          <a:xfrm>
            <a:off x="889000" y="4013200"/>
            <a:ext cx="10414000" cy="381000"/>
          </a:xfrm>
          <a:prstGeom prst="rect">
            <a:avLst/>
          </a:prstGeom>
          <a:solidFill>
            <a:srgbClr val="FFFFFF"/>
          </a:solidFill>
          <a:ln w="7620">
            <a:solidFill>
              <a:srgbClr val="C9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80" name="TextBox 40">
            <a:extLst>
              <a:ext uri="{FF2B5EF4-FFF2-40B4-BE49-F238E27FC236}">
                <a16:creationId xmlns:a16="http://schemas.microsoft.com/office/drawing/2014/main" id="{7C07A3DE-621B-4CCC-0270-670F41D4B19D}"/>
              </a:ext>
            </a:extLst>
          </p:cNvPr>
          <p:cNvSpPr txBox="1"/>
          <p:nvPr/>
        </p:nvSpPr>
        <p:spPr>
          <a:xfrm>
            <a:off x="1066800" y="4089400"/>
            <a:ext cx="1651000" cy="271869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600" b="1">
                <a:solidFill>
                  <a:srgbClr val="222838"/>
                </a:solidFill>
                <a:latin typeface="Meiryo"/>
                <a:ea typeface="メイリオ"/>
              </a:rPr>
              <a:t>E キックボード</a:t>
            </a:r>
          </a:p>
        </p:txBody>
      </p:sp>
      <p:sp>
        <p:nvSpPr>
          <p:cNvPr id="82" name="TextBox 41">
            <a:extLst>
              <a:ext uri="{FF2B5EF4-FFF2-40B4-BE49-F238E27FC236}">
                <a16:creationId xmlns:a16="http://schemas.microsoft.com/office/drawing/2014/main" id="{EF8EC077-5734-8B32-76CB-C61D4FCCA861}"/>
              </a:ext>
            </a:extLst>
          </p:cNvPr>
          <p:cNvSpPr txBox="1"/>
          <p:nvPr/>
        </p:nvSpPr>
        <p:spPr>
          <a:xfrm>
            <a:off x="2823801" y="4089400"/>
            <a:ext cx="880198" cy="271869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eiryo"/>
                <a:ea typeface="メイリオ"/>
              </a:rPr>
              <a:t>20</a:t>
            </a:r>
          </a:p>
        </p:txBody>
      </p:sp>
      <p:sp>
        <p:nvSpPr>
          <p:cNvPr id="84" name="TextBox 42">
            <a:extLst>
              <a:ext uri="{FF2B5EF4-FFF2-40B4-BE49-F238E27FC236}">
                <a16:creationId xmlns:a16="http://schemas.microsoft.com/office/drawing/2014/main" id="{828C5AB1-2D72-6877-4C42-E13A20532B72}"/>
              </a:ext>
            </a:extLst>
          </p:cNvPr>
          <p:cNvSpPr txBox="1"/>
          <p:nvPr/>
        </p:nvSpPr>
        <p:spPr>
          <a:xfrm>
            <a:off x="3810000" y="4089400"/>
            <a:ext cx="6985000" cy="24109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400" b="0" dirty="0">
                <a:solidFill>
                  <a:srgbClr val="595F6E"/>
                </a:solidFill>
                <a:latin typeface="Meiryo"/>
                <a:ea typeface="メイリオ"/>
              </a:rPr>
              <a:t>横1.0</a:t>
            </a:r>
            <a:r>
              <a:rPr lang="en-US" sz="1400" b="0" dirty="0">
                <a:solidFill>
                  <a:srgbClr val="595F6E"/>
                </a:solidFill>
                <a:latin typeface="Meiryo"/>
                <a:ea typeface="メイリオ"/>
              </a:rPr>
              <a:t> </a:t>
            </a:r>
            <a:r>
              <a:rPr sz="1400" b="0" dirty="0">
                <a:solidFill>
                  <a:srgbClr val="595F6E"/>
                </a:solidFill>
                <a:latin typeface="Meiryo"/>
                <a:ea typeface="メイリオ"/>
              </a:rPr>
              <a:t>/</a:t>
            </a:r>
            <a:r>
              <a:rPr lang="en-US" sz="1400" b="0" dirty="0">
                <a:solidFill>
                  <a:srgbClr val="595F6E"/>
                </a:solidFill>
                <a:latin typeface="Meiryo"/>
                <a:ea typeface="メイリオ"/>
              </a:rPr>
              <a:t> </a:t>
            </a:r>
            <a:r>
              <a:rPr sz="1400" b="0" dirty="0">
                <a:solidFill>
                  <a:srgbClr val="595F6E"/>
                </a:solidFill>
                <a:latin typeface="Meiryo"/>
                <a:ea typeface="メイリオ"/>
              </a:rPr>
              <a:t>1.2</a:t>
            </a:r>
            <a:r>
              <a:rPr lang="en-US" sz="1400" b="0" dirty="0">
                <a:solidFill>
                  <a:srgbClr val="595F6E"/>
                </a:solidFill>
                <a:latin typeface="Meiryo"/>
                <a:ea typeface="メイリオ"/>
              </a:rPr>
              <a:t> </a:t>
            </a:r>
            <a:r>
              <a:rPr sz="1400" b="0" dirty="0">
                <a:solidFill>
                  <a:srgbClr val="595F6E"/>
                </a:solidFill>
                <a:latin typeface="Meiryo"/>
                <a:ea typeface="メイリオ"/>
              </a:rPr>
              <a:t>/</a:t>
            </a:r>
            <a:r>
              <a:rPr lang="en-US" sz="1400" b="0" dirty="0">
                <a:solidFill>
                  <a:srgbClr val="595F6E"/>
                </a:solidFill>
                <a:latin typeface="Meiryo"/>
                <a:ea typeface="メイリオ"/>
              </a:rPr>
              <a:t> </a:t>
            </a:r>
            <a:r>
              <a:rPr sz="1400" b="0" dirty="0">
                <a:solidFill>
                  <a:srgbClr val="595F6E"/>
                </a:solidFill>
                <a:latin typeface="Meiryo"/>
                <a:ea typeface="メイリオ"/>
              </a:rPr>
              <a:t>1.5m × 速度2段 × 左右＝12</a:t>
            </a:r>
            <a:r>
              <a:rPr lang="en-US" sz="1400" b="0" dirty="0">
                <a:solidFill>
                  <a:srgbClr val="595F6E"/>
                </a:solidFill>
                <a:latin typeface="Meiryo"/>
                <a:ea typeface="メイリオ"/>
              </a:rPr>
              <a:t> / </a:t>
            </a:r>
            <a:r>
              <a:rPr sz="1400" b="0" dirty="0">
                <a:solidFill>
                  <a:srgbClr val="595F6E"/>
                </a:solidFill>
                <a:latin typeface="Meiryo"/>
                <a:ea typeface="メイリオ"/>
              </a:rPr>
              <a:t>後方4</a:t>
            </a:r>
            <a:r>
              <a:rPr lang="en-US" sz="1400" b="0" dirty="0">
                <a:solidFill>
                  <a:srgbClr val="595F6E"/>
                </a:solidFill>
                <a:latin typeface="Meiryo"/>
                <a:ea typeface="メイリオ"/>
              </a:rPr>
              <a:t> / </a:t>
            </a:r>
            <a:r>
              <a:rPr sz="1400" b="0" dirty="0">
                <a:solidFill>
                  <a:srgbClr val="595F6E"/>
                </a:solidFill>
                <a:latin typeface="Meiryo"/>
                <a:ea typeface="メイリオ"/>
              </a:rPr>
              <a:t>前方4</a:t>
            </a:r>
          </a:p>
        </p:txBody>
      </p:sp>
      <p:sp>
        <p:nvSpPr>
          <p:cNvPr id="86" name="Rectangle 43">
            <a:extLst>
              <a:ext uri="{FF2B5EF4-FFF2-40B4-BE49-F238E27FC236}">
                <a16:creationId xmlns:a16="http://schemas.microsoft.com/office/drawing/2014/main" id="{645874D3-F13D-87CD-2CD6-4943936AFA96}"/>
              </a:ext>
            </a:extLst>
          </p:cNvPr>
          <p:cNvSpPr/>
          <p:nvPr/>
        </p:nvSpPr>
        <p:spPr>
          <a:xfrm>
            <a:off x="889000" y="4394200"/>
            <a:ext cx="10414000" cy="381000"/>
          </a:xfrm>
          <a:prstGeom prst="rect">
            <a:avLst/>
          </a:prstGeom>
          <a:solidFill>
            <a:srgbClr val="F2F3F5"/>
          </a:solidFill>
          <a:ln w="7620">
            <a:solidFill>
              <a:srgbClr val="C9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88" name="TextBox 44">
            <a:extLst>
              <a:ext uri="{FF2B5EF4-FFF2-40B4-BE49-F238E27FC236}">
                <a16:creationId xmlns:a16="http://schemas.microsoft.com/office/drawing/2014/main" id="{B017CCD6-04EB-3337-875E-C1A2EDC49683}"/>
              </a:ext>
            </a:extLst>
          </p:cNvPr>
          <p:cNvSpPr txBox="1"/>
          <p:nvPr/>
        </p:nvSpPr>
        <p:spPr>
          <a:xfrm>
            <a:off x="1066800" y="4470400"/>
            <a:ext cx="1651000" cy="271869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600" b="1">
                <a:solidFill>
                  <a:srgbClr val="222838"/>
                </a:solidFill>
                <a:latin typeface="Meiryo"/>
                <a:ea typeface="メイリオ"/>
              </a:rPr>
              <a:t>F バイク</a:t>
            </a:r>
          </a:p>
        </p:txBody>
      </p:sp>
      <p:sp>
        <p:nvSpPr>
          <p:cNvPr id="90" name="TextBox 45">
            <a:extLst>
              <a:ext uri="{FF2B5EF4-FFF2-40B4-BE49-F238E27FC236}">
                <a16:creationId xmlns:a16="http://schemas.microsoft.com/office/drawing/2014/main" id="{C638E041-644C-DA9D-7981-0615C05A7E2B}"/>
              </a:ext>
            </a:extLst>
          </p:cNvPr>
          <p:cNvSpPr txBox="1"/>
          <p:nvPr/>
        </p:nvSpPr>
        <p:spPr>
          <a:xfrm>
            <a:off x="2823801" y="4470400"/>
            <a:ext cx="880198" cy="271869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600" b="1" dirty="0">
                <a:solidFill>
                  <a:srgbClr val="C0392B"/>
                </a:solidFill>
                <a:latin typeface="Meiryo"/>
                <a:ea typeface="メイリオ"/>
              </a:rPr>
              <a:t>10</a:t>
            </a:r>
          </a:p>
        </p:txBody>
      </p:sp>
      <p:sp>
        <p:nvSpPr>
          <p:cNvPr id="92" name="TextBox 46">
            <a:extLst>
              <a:ext uri="{FF2B5EF4-FFF2-40B4-BE49-F238E27FC236}">
                <a16:creationId xmlns:a16="http://schemas.microsoft.com/office/drawing/2014/main" id="{64EBC833-F2AE-7EBE-97FD-E8A1740AD31B}"/>
              </a:ext>
            </a:extLst>
          </p:cNvPr>
          <p:cNvSpPr txBox="1"/>
          <p:nvPr/>
        </p:nvSpPr>
        <p:spPr>
          <a:xfrm>
            <a:off x="3810000" y="4470400"/>
            <a:ext cx="6985000" cy="24109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400" b="0" dirty="0" err="1">
                <a:solidFill>
                  <a:srgbClr val="595F6E"/>
                </a:solidFill>
                <a:latin typeface="Meiryo"/>
                <a:ea typeface="メイリオ"/>
              </a:rPr>
              <a:t>交通量の多い道での待ち受け</a:t>
            </a:r>
            <a:r>
              <a:rPr lang="ja-JP" altLang="en-US" sz="1400" dirty="0">
                <a:solidFill>
                  <a:srgbClr val="595F6E"/>
                </a:solidFill>
                <a:latin typeface="Meiryo"/>
                <a:ea typeface="メイリオ"/>
              </a:rPr>
              <a:t>録音</a:t>
            </a:r>
            <a:endParaRPr sz="1400" b="0" dirty="0">
              <a:solidFill>
                <a:srgbClr val="595F6E"/>
              </a:solidFill>
              <a:latin typeface="Meiryo"/>
              <a:ea typeface="メイリオ"/>
            </a:endParaRPr>
          </a:p>
        </p:txBody>
      </p:sp>
      <p:sp>
        <p:nvSpPr>
          <p:cNvPr id="94" name="Rectangle 47">
            <a:extLst>
              <a:ext uri="{FF2B5EF4-FFF2-40B4-BE49-F238E27FC236}">
                <a16:creationId xmlns:a16="http://schemas.microsoft.com/office/drawing/2014/main" id="{F6CE4415-F16D-EE6B-D180-7E0E59BA591E}"/>
              </a:ext>
            </a:extLst>
          </p:cNvPr>
          <p:cNvSpPr/>
          <p:nvPr/>
        </p:nvSpPr>
        <p:spPr>
          <a:xfrm>
            <a:off x="889000" y="4775200"/>
            <a:ext cx="10414000" cy="381000"/>
          </a:xfrm>
          <a:prstGeom prst="rect">
            <a:avLst/>
          </a:prstGeom>
          <a:solidFill>
            <a:srgbClr val="FFFFFF"/>
          </a:solidFill>
          <a:ln w="7620">
            <a:solidFill>
              <a:srgbClr val="C9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48">
            <a:extLst>
              <a:ext uri="{FF2B5EF4-FFF2-40B4-BE49-F238E27FC236}">
                <a16:creationId xmlns:a16="http://schemas.microsoft.com/office/drawing/2014/main" id="{D6C03400-CC98-196C-39EB-5EB083C0F64C}"/>
              </a:ext>
            </a:extLst>
          </p:cNvPr>
          <p:cNvSpPr txBox="1"/>
          <p:nvPr/>
        </p:nvSpPr>
        <p:spPr>
          <a:xfrm>
            <a:off x="1066800" y="4851400"/>
            <a:ext cx="1651000" cy="271869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600" b="1">
                <a:solidFill>
                  <a:srgbClr val="222838"/>
                </a:solidFill>
                <a:latin typeface="Meiryo"/>
                <a:ea typeface="メイリオ"/>
              </a:rPr>
              <a:t>歩行対比</a:t>
            </a:r>
          </a:p>
        </p:txBody>
      </p:sp>
      <p:sp>
        <p:nvSpPr>
          <p:cNvPr id="98" name="TextBox 49">
            <a:extLst>
              <a:ext uri="{FF2B5EF4-FFF2-40B4-BE49-F238E27FC236}">
                <a16:creationId xmlns:a16="http://schemas.microsoft.com/office/drawing/2014/main" id="{6338124B-C745-5ED0-7CBC-B007CD3FB48D}"/>
              </a:ext>
            </a:extLst>
          </p:cNvPr>
          <p:cNvSpPr txBox="1"/>
          <p:nvPr/>
        </p:nvSpPr>
        <p:spPr>
          <a:xfrm>
            <a:off x="2823801" y="4851400"/>
            <a:ext cx="880198" cy="271869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eiryo"/>
                <a:ea typeface="メイリオ"/>
              </a:rPr>
              <a:t>100</a:t>
            </a:r>
          </a:p>
        </p:txBody>
      </p:sp>
      <p:sp>
        <p:nvSpPr>
          <p:cNvPr id="100" name="TextBox 50">
            <a:extLst>
              <a:ext uri="{FF2B5EF4-FFF2-40B4-BE49-F238E27FC236}">
                <a16:creationId xmlns:a16="http://schemas.microsoft.com/office/drawing/2014/main" id="{3525DBFC-FD84-AB67-9B0B-EB84C9D13ECB}"/>
              </a:ext>
            </a:extLst>
          </p:cNvPr>
          <p:cNvSpPr txBox="1"/>
          <p:nvPr/>
        </p:nvSpPr>
        <p:spPr>
          <a:xfrm>
            <a:off x="3810000" y="4851400"/>
            <a:ext cx="6985000" cy="24109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400" b="0" dirty="0">
                <a:solidFill>
                  <a:srgbClr val="595F6E"/>
                </a:solidFill>
                <a:latin typeface="Meiryo"/>
                <a:ea typeface="メイリオ"/>
              </a:rPr>
              <a:t>5条件×10反復を、止まって録る</a:t>
            </a:r>
            <a:r>
              <a:rPr lang="en-US" sz="1400" b="0" dirty="0">
                <a:solidFill>
                  <a:srgbClr val="595F6E"/>
                </a:solidFill>
                <a:latin typeface="Meiryo"/>
                <a:ea typeface="メイリオ"/>
              </a:rPr>
              <a:t> / </a:t>
            </a:r>
            <a:r>
              <a:rPr sz="1400" b="0" dirty="0" err="1">
                <a:solidFill>
                  <a:srgbClr val="595F6E"/>
                </a:solidFill>
                <a:latin typeface="Meiryo"/>
                <a:ea typeface="メイリオ"/>
              </a:rPr>
              <a:t>歩いて録るの対で比較</a:t>
            </a:r>
            <a:endParaRPr sz="1400" b="0" dirty="0">
              <a:solidFill>
                <a:srgbClr val="595F6E"/>
              </a:solidFill>
              <a:latin typeface="Meiryo"/>
              <a:ea typeface="メイリオ"/>
            </a:endParaRPr>
          </a:p>
        </p:txBody>
      </p:sp>
      <p:sp>
        <p:nvSpPr>
          <p:cNvPr id="106" name="TextBox 53">
            <a:extLst>
              <a:ext uri="{FF2B5EF4-FFF2-40B4-BE49-F238E27FC236}">
                <a16:creationId xmlns:a16="http://schemas.microsoft.com/office/drawing/2014/main" id="{E6A1E034-6BC8-6579-AB86-D8EE36B77D6A}"/>
              </a:ext>
            </a:extLst>
          </p:cNvPr>
          <p:cNvSpPr txBox="1"/>
          <p:nvPr/>
        </p:nvSpPr>
        <p:spPr>
          <a:xfrm>
            <a:off x="1117600" y="5384800"/>
            <a:ext cx="10033000" cy="24109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400" b="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これに加えて、鳴ってはいけない場面の連続録音を100分以上。「</a:t>
            </a:r>
            <a:r>
              <a:rPr sz="1400" b="0" dirty="0">
                <a:solidFill>
                  <a:srgbClr val="595F6E"/>
                </a:solidFill>
                <a:latin typeface="Meiryo"/>
                <a:ea typeface="メイリオ"/>
              </a:rPr>
              <a:t>1時間あたり何回の誤警告か」を出すために必要。</a:t>
            </a:r>
          </a:p>
        </p:txBody>
      </p:sp>
      <p:sp>
        <p:nvSpPr>
          <p:cNvPr id="87" name="Rounded Rectangle 97">
            <a:extLst>
              <a:ext uri="{FF2B5EF4-FFF2-40B4-BE49-F238E27FC236}">
                <a16:creationId xmlns:a16="http://schemas.microsoft.com/office/drawing/2014/main" id="{B9B1C097-97E6-522B-638A-43CD9729C434}"/>
              </a:ext>
            </a:extLst>
          </p:cNvPr>
          <p:cNvSpPr/>
          <p:nvPr/>
        </p:nvSpPr>
        <p:spPr>
          <a:xfrm>
            <a:off x="8589723" y="6392061"/>
            <a:ext cx="900000" cy="2880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dirty="0" err="1">
                <a:solidFill>
                  <a:srgbClr val="66707F"/>
                </a:solidFill>
                <a:latin typeface="Meiryo"/>
                <a:ea typeface="メイリオ"/>
              </a:rPr>
              <a:t>まとめ</a:t>
            </a:r>
            <a:endParaRPr sz="1600" b="0" dirty="0">
              <a:solidFill>
                <a:srgbClr val="66707F"/>
              </a:solidFill>
              <a:latin typeface="Meiryo"/>
              <a:ea typeface="メイリオ"/>
            </a:endParaRPr>
          </a:p>
        </p:txBody>
      </p:sp>
      <p:sp>
        <p:nvSpPr>
          <p:cNvPr id="91" name="Rounded Rectangle 96">
            <a:extLst>
              <a:ext uri="{FF2B5EF4-FFF2-40B4-BE49-F238E27FC236}">
                <a16:creationId xmlns:a16="http://schemas.microsoft.com/office/drawing/2014/main" id="{620FB9EF-F137-A50D-A6FE-78D1B8BEE288}"/>
              </a:ext>
            </a:extLst>
          </p:cNvPr>
          <p:cNvSpPr/>
          <p:nvPr/>
        </p:nvSpPr>
        <p:spPr>
          <a:xfrm>
            <a:off x="7998482" y="6392061"/>
            <a:ext cx="540000" cy="2880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1600" b="0" dirty="0">
                <a:solidFill>
                  <a:srgbClr val="66707F"/>
                </a:solidFill>
                <a:latin typeface="Meiryo"/>
                <a:ea typeface="メイリオ"/>
              </a:rPr>
              <a:t>相談</a:t>
            </a:r>
            <a:endParaRPr sz="1600" b="0" dirty="0">
              <a:solidFill>
                <a:srgbClr val="66707F"/>
              </a:solidFill>
              <a:latin typeface="Meiryo"/>
              <a:ea typeface="メイリオ"/>
            </a:endParaRPr>
          </a:p>
        </p:txBody>
      </p:sp>
      <p:sp>
        <p:nvSpPr>
          <p:cNvPr id="95" name="Rounded Rectangle 95">
            <a:extLst>
              <a:ext uri="{FF2B5EF4-FFF2-40B4-BE49-F238E27FC236}">
                <a16:creationId xmlns:a16="http://schemas.microsoft.com/office/drawing/2014/main" id="{4993C720-78EF-6756-4CA5-5BFAD3A330C1}"/>
              </a:ext>
            </a:extLst>
          </p:cNvPr>
          <p:cNvSpPr/>
          <p:nvPr/>
        </p:nvSpPr>
        <p:spPr>
          <a:xfrm>
            <a:off x="6687241" y="6392995"/>
            <a:ext cx="1260000" cy="288000"/>
          </a:xfrm>
          <a:prstGeom prst="roundRect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1600" b="1" dirty="0">
                <a:solidFill>
                  <a:schemeClr val="bg1"/>
                </a:solidFill>
                <a:latin typeface="Meiryo"/>
                <a:ea typeface="メイリオ"/>
              </a:rPr>
              <a:t>実録の計画</a:t>
            </a:r>
            <a:endParaRPr sz="1600" b="1" dirty="0">
              <a:solidFill>
                <a:schemeClr val="bg1"/>
              </a:solidFill>
              <a:latin typeface="Meiryo"/>
              <a:ea typeface="メイリオ"/>
            </a:endParaRPr>
          </a:p>
        </p:txBody>
      </p:sp>
      <p:sp>
        <p:nvSpPr>
          <p:cNvPr id="99" name="Rounded Rectangle 94">
            <a:extLst>
              <a:ext uri="{FF2B5EF4-FFF2-40B4-BE49-F238E27FC236}">
                <a16:creationId xmlns:a16="http://schemas.microsoft.com/office/drawing/2014/main" id="{EB7AC4C1-B3DA-40B4-E047-D5279F277834}"/>
              </a:ext>
            </a:extLst>
          </p:cNvPr>
          <p:cNvSpPr/>
          <p:nvPr/>
        </p:nvSpPr>
        <p:spPr>
          <a:xfrm>
            <a:off x="5556000" y="6394684"/>
            <a:ext cx="1080000" cy="2880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1600" dirty="0">
                <a:solidFill>
                  <a:srgbClr val="66707F"/>
                </a:solidFill>
                <a:latin typeface="Meiryo"/>
                <a:ea typeface="メイリオ"/>
              </a:rPr>
              <a:t>振り返り</a:t>
            </a:r>
            <a:endParaRPr sz="1600" b="0" dirty="0">
              <a:solidFill>
                <a:srgbClr val="66707F"/>
              </a:solidFill>
              <a:latin typeface="Meiryo"/>
              <a:ea typeface="メイリオ"/>
            </a:endParaRPr>
          </a:p>
        </p:txBody>
      </p:sp>
      <p:sp>
        <p:nvSpPr>
          <p:cNvPr id="103" name="Rounded Rectangle 93">
            <a:extLst>
              <a:ext uri="{FF2B5EF4-FFF2-40B4-BE49-F238E27FC236}">
                <a16:creationId xmlns:a16="http://schemas.microsoft.com/office/drawing/2014/main" id="{01DFE06B-082B-988C-274D-F47121221D25}"/>
              </a:ext>
            </a:extLst>
          </p:cNvPr>
          <p:cNvSpPr/>
          <p:nvPr/>
        </p:nvSpPr>
        <p:spPr>
          <a:xfrm>
            <a:off x="4244759" y="6392061"/>
            <a:ext cx="1260000" cy="2880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1600" b="0" dirty="0">
                <a:solidFill>
                  <a:srgbClr val="66707F"/>
                </a:solidFill>
                <a:latin typeface="Meiryo"/>
                <a:ea typeface="メイリオ"/>
              </a:rPr>
              <a:t>研究の前提</a:t>
            </a:r>
            <a:endParaRPr sz="1600" b="0" dirty="0">
              <a:solidFill>
                <a:srgbClr val="66707F"/>
              </a:solidFill>
              <a:latin typeface="Meiryo"/>
              <a:ea typeface="メイリオ"/>
            </a:endParaRPr>
          </a:p>
        </p:txBody>
      </p:sp>
      <p:sp>
        <p:nvSpPr>
          <p:cNvPr id="107" name="Rounded Rectangle 92">
            <a:extLst>
              <a:ext uri="{FF2B5EF4-FFF2-40B4-BE49-F238E27FC236}">
                <a16:creationId xmlns:a16="http://schemas.microsoft.com/office/drawing/2014/main" id="{8FAB9977-BD74-3135-88B9-97BB9D6A38EA}"/>
              </a:ext>
            </a:extLst>
          </p:cNvPr>
          <p:cNvSpPr/>
          <p:nvPr/>
        </p:nvSpPr>
        <p:spPr>
          <a:xfrm>
            <a:off x="3113518" y="6392061"/>
            <a:ext cx="1080000" cy="2880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1600" dirty="0">
                <a:solidFill>
                  <a:srgbClr val="66707F"/>
                </a:solidFill>
                <a:latin typeface="Meiryo"/>
                <a:ea typeface="メイリオ"/>
              </a:rPr>
              <a:t>近況報告</a:t>
            </a:r>
            <a:endParaRPr sz="1600" b="0" dirty="0">
              <a:solidFill>
                <a:srgbClr val="66707F"/>
              </a:solidFill>
              <a:latin typeface="Meiryo"/>
              <a:ea typeface="メイリオ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3" name="Rectangle 1">
            <a:extLst>
              <a:ext uri="{FF2B5EF4-FFF2-40B4-BE49-F238E27FC236}">
                <a16:creationId xmlns:a16="http://schemas.microsoft.com/office/drawing/2014/main" id="{C1E4C875-3EAD-7D9B-25FC-3997F8636655}"/>
              </a:ext>
            </a:extLst>
          </p:cNvPr>
          <p:cNvSpPr/>
          <p:nvPr/>
        </p:nvSpPr>
        <p:spPr>
          <a:xfrm>
            <a:off x="1335617" y="4013420"/>
            <a:ext cx="9520765" cy="2191704"/>
          </a:xfrm>
          <a:prstGeom prst="rect">
            <a:avLst/>
          </a:prstGeom>
          <a:solidFill>
            <a:srgbClr val="FFFFFF"/>
          </a:solidFill>
          <a:ln w="12700">
            <a:solidFill>
              <a:srgbClr val="C9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0" name="Rectangle 11">
            <a:extLst>
              <a:ext uri="{FF2B5EF4-FFF2-40B4-BE49-F238E27FC236}">
                <a16:creationId xmlns:a16="http://schemas.microsoft.com/office/drawing/2014/main" id="{7E353D54-93A5-02C1-7E54-D04F00B15D62}"/>
              </a:ext>
            </a:extLst>
          </p:cNvPr>
          <p:cNvSpPr/>
          <p:nvPr/>
        </p:nvSpPr>
        <p:spPr>
          <a:xfrm>
            <a:off x="889000" y="1624533"/>
            <a:ext cx="5080000" cy="2275995"/>
          </a:xfrm>
          <a:prstGeom prst="rect">
            <a:avLst/>
          </a:prstGeom>
          <a:solidFill>
            <a:srgbClr val="F5F4F7"/>
          </a:solidFill>
          <a:ln w="12700">
            <a:solidFill>
              <a:srgbClr val="D8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4" name="Rectangle 26">
            <a:extLst>
              <a:ext uri="{FF2B5EF4-FFF2-40B4-BE49-F238E27FC236}">
                <a16:creationId xmlns:a16="http://schemas.microsoft.com/office/drawing/2014/main" id="{38C0453D-78BE-0279-F982-B8ABEAB46810}"/>
              </a:ext>
            </a:extLst>
          </p:cNvPr>
          <p:cNvSpPr/>
          <p:nvPr/>
        </p:nvSpPr>
        <p:spPr>
          <a:xfrm>
            <a:off x="6223000" y="1624533"/>
            <a:ext cx="5080000" cy="2275995"/>
          </a:xfrm>
          <a:prstGeom prst="rect">
            <a:avLst/>
          </a:prstGeom>
          <a:solidFill>
            <a:srgbClr val="FCF8EF"/>
          </a:solidFill>
          <a:ln w="12700">
            <a:solidFill>
              <a:srgbClr val="F5E4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AC22F2EB-0639-2CD3-9CE0-067863B6F2CE}"/>
              </a:ext>
            </a:extLst>
          </p:cNvPr>
          <p:cNvSpPr/>
          <p:nvPr/>
        </p:nvSpPr>
        <p:spPr>
          <a:xfrm>
            <a:off x="488325" y="0"/>
            <a:ext cx="0" cy="6858000"/>
          </a:xfrm>
          <a:prstGeom prst="line">
            <a:avLst/>
          </a:prstGeom>
          <a:ln w="19050" cap="flat">
            <a:solidFill>
              <a:srgbClr val="53476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 sz="120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211A0459-C23E-B5C0-A549-BDBEAC2BEBC7}"/>
              </a:ext>
            </a:extLst>
          </p:cNvPr>
          <p:cNvSpPr/>
          <p:nvPr/>
        </p:nvSpPr>
        <p:spPr>
          <a:xfrm flipV="1">
            <a:off x="0" y="913267"/>
            <a:ext cx="12192000" cy="0"/>
          </a:xfrm>
          <a:prstGeom prst="line">
            <a:avLst/>
          </a:prstGeom>
          <a:ln w="19050" cap="flat">
            <a:solidFill>
              <a:srgbClr val="53476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 sz="1200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88A409C1-CE64-3726-E9D9-18FA94EBE7A1}"/>
              </a:ext>
            </a:extLst>
          </p:cNvPr>
          <p:cNvGrpSpPr/>
          <p:nvPr/>
        </p:nvGrpSpPr>
        <p:grpSpPr>
          <a:xfrm>
            <a:off x="347001" y="411790"/>
            <a:ext cx="591239" cy="89687"/>
            <a:chOff x="0" y="0"/>
            <a:chExt cx="233576" cy="35432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03A2DBBE-04BB-226C-296E-89D6631BC76C}"/>
                </a:ext>
              </a:extLst>
            </p:cNvPr>
            <p:cNvSpPr/>
            <p:nvPr/>
          </p:nvSpPr>
          <p:spPr>
            <a:xfrm>
              <a:off x="0" y="0"/>
              <a:ext cx="233576" cy="35432"/>
            </a:xfrm>
            <a:custGeom>
              <a:avLst/>
              <a:gdLst/>
              <a:ahLst/>
              <a:cxnLst/>
              <a:rect l="l" t="t" r="r" b="b"/>
              <a:pathLst>
                <a:path w="233576" h="35432">
                  <a:moveTo>
                    <a:pt x="0" y="0"/>
                  </a:moveTo>
                  <a:lnTo>
                    <a:pt x="233576" y="0"/>
                  </a:lnTo>
                  <a:lnTo>
                    <a:pt x="233576" y="35432"/>
                  </a:lnTo>
                  <a:lnTo>
                    <a:pt x="0" y="35432"/>
                  </a:lnTo>
                  <a:close/>
                </a:path>
              </a:pathLst>
            </a:custGeom>
            <a:gradFill rotWithShape="1">
              <a:gsLst>
                <a:gs pos="0">
                  <a:srgbClr val="53476B">
                    <a:alpha val="100000"/>
                  </a:srgbClr>
                </a:gs>
                <a:gs pos="100000">
                  <a:srgbClr val="A098B0">
                    <a:alpha val="100000"/>
                  </a:srgbClr>
                </a:gs>
              </a:gsLst>
              <a:lin ang="270000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ja-JP" altLang="en-US" sz="1200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16F9028D-D1B9-B54B-6C7F-5FCE8C6DB833}"/>
                </a:ext>
              </a:extLst>
            </p:cNvPr>
            <p:cNvSpPr txBox="1"/>
            <p:nvPr/>
          </p:nvSpPr>
          <p:spPr>
            <a:xfrm>
              <a:off x="0" y="-219075"/>
              <a:ext cx="233576" cy="254507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  <a:spcBef>
                  <a:spcPct val="0"/>
                </a:spcBef>
              </a:pPr>
              <a:endParaRPr sz="1200"/>
            </a:p>
          </p:txBody>
        </p:sp>
      </p:grp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C8D6EDA3-2E08-EDE6-0FBE-68E2BBB765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760"/>
          </a:xfrm>
        </p:spPr>
        <p:txBody>
          <a:bodyPr/>
          <a:lstStyle/>
          <a:p>
            <a:r>
              <a:rPr kumimoji="1" lang="en-US" altLang="ja-JP"/>
              <a:t>2026/09/15</a:t>
            </a:r>
            <a:endParaRPr kumimoji="1" lang="ja-JP" altLang="en-US"/>
          </a:p>
        </p:txBody>
      </p:sp>
      <p:sp>
        <p:nvSpPr>
          <p:cNvPr id="8" name="スライド番号プレースホルダー 7">
            <a:extLst>
              <a:ext uri="{FF2B5EF4-FFF2-40B4-BE49-F238E27FC236}">
                <a16:creationId xmlns:a16="http://schemas.microsoft.com/office/drawing/2014/main" id="{387E5B91-1DEA-105B-23F4-E8752DDFE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760"/>
          </a:xfrm>
        </p:spPr>
        <p:txBody>
          <a:bodyPr/>
          <a:lstStyle/>
          <a:p>
            <a:fld id="{4E9148DC-F7ED-4428-85F4-2C78C4B0CFB7}" type="slidenum">
              <a:rPr kumimoji="1" lang="ja-JP" altLang="en-US" smtClean="0"/>
              <a:t>15</a:t>
            </a:fld>
            <a:endParaRPr kumimoji="1" lang="ja-JP" altLang="en-US"/>
          </a:p>
        </p:txBody>
      </p:sp>
      <p:sp>
        <p:nvSpPr>
          <p:cNvPr id="24" name="TextBox 13">
            <a:extLst>
              <a:ext uri="{FF2B5EF4-FFF2-40B4-BE49-F238E27FC236}">
                <a16:creationId xmlns:a16="http://schemas.microsoft.com/office/drawing/2014/main" id="{DC7E5370-DB50-4DC4-266E-CB38F3B60FF2}"/>
              </a:ext>
            </a:extLst>
          </p:cNvPr>
          <p:cNvSpPr txBox="1"/>
          <p:nvPr/>
        </p:nvSpPr>
        <p:spPr>
          <a:xfrm>
            <a:off x="1079564" y="179367"/>
            <a:ext cx="10459293" cy="5770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546"/>
              </a:lnSpc>
            </a:pPr>
            <a:r>
              <a:rPr lang="ja-JP" altLang="en-US" sz="3200" b="1" spc="679" dirty="0">
                <a:latin typeface="メイリオ" panose="020B0604030504040204" pitchFamily="50" charset="-128"/>
                <a:ea typeface="メイリオ" panose="020B0604030504040204" pitchFamily="50" charset="-128"/>
                <a:cs typeface="Noto Sans JP Medium"/>
                <a:sym typeface="Noto Sans JP Medium"/>
              </a:rPr>
              <a:t>どこで、どんな条件で録るのか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D7E9EF3-3018-FD94-2167-31C7F23D7ED4}"/>
              </a:ext>
            </a:extLst>
          </p:cNvPr>
          <p:cNvSpPr txBox="1"/>
          <p:nvPr/>
        </p:nvSpPr>
        <p:spPr>
          <a:xfrm>
            <a:off x="889000" y="1179968"/>
            <a:ext cx="10414000" cy="271869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600" b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場所を変えないと録れない音があり、天候の条件も決めて</a:t>
            </a:r>
            <a:r>
              <a:rPr lang="ja-JP" altLang="en-US" sz="1600" b="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ある。</a:t>
            </a:r>
            <a:endParaRPr sz="1600" b="0" dirty="0">
              <a:solidFill>
                <a:schemeClr val="tx1">
                  <a:lumMod val="95000"/>
                  <a:lumOff val="5000"/>
                </a:schemeClr>
              </a:solidFill>
              <a:latin typeface="Meiryo"/>
              <a:ea typeface="メイリオ"/>
            </a:endParaRPr>
          </a:p>
        </p:txBody>
      </p:sp>
      <p:sp>
        <p:nvSpPr>
          <p:cNvPr id="17" name="TextBox 13">
            <a:extLst>
              <a:ext uri="{FF2B5EF4-FFF2-40B4-BE49-F238E27FC236}">
                <a16:creationId xmlns:a16="http://schemas.microsoft.com/office/drawing/2014/main" id="{0D5FB51D-99F3-EDF7-2DA4-021AB2EF7C94}"/>
              </a:ext>
            </a:extLst>
          </p:cNvPr>
          <p:cNvSpPr txBox="1"/>
          <p:nvPr/>
        </p:nvSpPr>
        <p:spPr>
          <a:xfrm>
            <a:off x="1092200" y="1803400"/>
            <a:ext cx="4673600" cy="302647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b="1" dirty="0">
                <a:solidFill>
                  <a:srgbClr val="222838"/>
                </a:solidFill>
                <a:latin typeface="Meiryo"/>
                <a:ea typeface="メイリオ"/>
              </a:rPr>
              <a:t>6か所を回</a:t>
            </a:r>
            <a:r>
              <a:rPr lang="ja-JP" altLang="en-US" b="1" dirty="0">
                <a:solidFill>
                  <a:srgbClr val="222838"/>
                </a:solidFill>
                <a:latin typeface="Meiryo"/>
                <a:ea typeface="メイリオ"/>
              </a:rPr>
              <a:t>る</a:t>
            </a:r>
            <a:endParaRPr b="1" dirty="0">
              <a:solidFill>
                <a:srgbClr val="222838"/>
              </a:solidFill>
              <a:latin typeface="Meiryo"/>
              <a:ea typeface="メイリオ"/>
            </a:endParaRPr>
          </a:p>
        </p:txBody>
      </p:sp>
      <p:sp>
        <p:nvSpPr>
          <p:cNvPr id="21" name="TextBox 15">
            <a:extLst>
              <a:ext uri="{FF2B5EF4-FFF2-40B4-BE49-F238E27FC236}">
                <a16:creationId xmlns:a16="http://schemas.microsoft.com/office/drawing/2014/main" id="{499AD3C5-28D9-CCDE-F76A-1013D4AE075B}"/>
              </a:ext>
            </a:extLst>
          </p:cNvPr>
          <p:cNvSpPr txBox="1"/>
          <p:nvPr/>
        </p:nvSpPr>
        <p:spPr>
          <a:xfrm>
            <a:off x="1092200" y="2233047"/>
            <a:ext cx="4445000" cy="156607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marL="179388" indent="-179388" algn="l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sz="1400" b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静かな道</a:t>
            </a:r>
            <a:r>
              <a:rPr lang="en-US" sz="1400" b="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(</a:t>
            </a:r>
            <a:r>
              <a:rPr sz="1400" b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交通量の少ない住宅路</a:t>
            </a: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)</a:t>
            </a:r>
            <a:endParaRPr lang="en-US" sz="1400" b="0" dirty="0">
              <a:solidFill>
                <a:schemeClr val="tx1">
                  <a:lumMod val="95000"/>
                  <a:lumOff val="5000"/>
                </a:schemeClr>
              </a:solidFill>
              <a:latin typeface="Meiryo"/>
              <a:ea typeface="メイリオ"/>
            </a:endParaRPr>
          </a:p>
          <a:p>
            <a:pPr marL="179388" indent="-179388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ja-JP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交通量の多い道</a:t>
            </a:r>
            <a:r>
              <a:rPr lang="en-US" altLang="ja-JP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(</a:t>
            </a:r>
            <a:r>
              <a:rPr lang="ja-JP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車・バイク</a:t>
            </a:r>
            <a:r>
              <a:rPr lang="en-US" altLang="ja-JP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)</a:t>
            </a:r>
          </a:p>
          <a:p>
            <a:pPr marL="179388" indent="-179388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ja-JP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繁華街</a:t>
            </a:r>
            <a:r>
              <a:rPr lang="en-US" altLang="ja-JP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(</a:t>
            </a:r>
            <a:r>
              <a:rPr lang="ja-JP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雑踏＝鳴ってはいけない場面</a:t>
            </a:r>
            <a:r>
              <a:rPr lang="en-US" altLang="ja-JP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)</a:t>
            </a:r>
          </a:p>
          <a:p>
            <a:pPr marL="179388" indent="-179388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ja-JP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工事現場の近く</a:t>
            </a:r>
            <a:r>
              <a:rPr lang="en-US" altLang="ja-JP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(</a:t>
            </a:r>
            <a:r>
              <a:rPr lang="ja-JP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高い騒音</a:t>
            </a:r>
            <a:r>
              <a:rPr lang="en-US" altLang="ja-JP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)</a:t>
            </a:r>
          </a:p>
          <a:p>
            <a:pPr marL="179388" indent="-179388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ja-JP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見通しの悪い角</a:t>
            </a:r>
            <a:r>
              <a:rPr lang="en-US" altLang="ja-JP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(</a:t>
            </a:r>
            <a:r>
              <a:rPr lang="ja-JP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塀のある交差点</a:t>
            </a:r>
            <a:r>
              <a:rPr lang="en-US" altLang="ja-JP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)</a:t>
            </a:r>
          </a:p>
          <a:p>
            <a:pPr marL="179388" indent="-179388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ja-JP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実在の踏切</a:t>
            </a:r>
            <a:r>
              <a:rPr lang="en-US" altLang="ja-JP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(</a:t>
            </a:r>
            <a:r>
              <a:rPr lang="ja-JP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時刻表どおり＝確実</a:t>
            </a:r>
            <a:r>
              <a:rPr lang="en-US" altLang="ja-JP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)</a:t>
            </a:r>
            <a:endParaRPr lang="ja-JP" altLang="en-US" sz="1400" dirty="0">
              <a:solidFill>
                <a:schemeClr val="tx1">
                  <a:lumMod val="95000"/>
                  <a:lumOff val="5000"/>
                </a:schemeClr>
              </a:solidFill>
              <a:latin typeface="Meiryo"/>
              <a:ea typeface="メイリオ"/>
            </a:endParaRPr>
          </a:p>
        </p:txBody>
      </p:sp>
      <p:sp>
        <p:nvSpPr>
          <p:cNvPr id="54" name="TextBox 28">
            <a:extLst>
              <a:ext uri="{FF2B5EF4-FFF2-40B4-BE49-F238E27FC236}">
                <a16:creationId xmlns:a16="http://schemas.microsoft.com/office/drawing/2014/main" id="{A123724D-E5D3-37B0-35BF-84FBD9C12264}"/>
              </a:ext>
            </a:extLst>
          </p:cNvPr>
          <p:cNvSpPr txBox="1"/>
          <p:nvPr/>
        </p:nvSpPr>
        <p:spPr>
          <a:xfrm>
            <a:off x="6426200" y="1803400"/>
            <a:ext cx="4673600" cy="302647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b="1" dirty="0" err="1">
                <a:solidFill>
                  <a:srgbClr val="222838"/>
                </a:solidFill>
                <a:latin typeface="Meiryo"/>
                <a:ea typeface="メイリオ"/>
              </a:rPr>
              <a:t>録るとき</a:t>
            </a:r>
            <a:r>
              <a:rPr lang="ja-JP" altLang="en-US" b="1" dirty="0">
                <a:solidFill>
                  <a:srgbClr val="222838"/>
                </a:solidFill>
                <a:latin typeface="Meiryo"/>
                <a:ea typeface="メイリオ"/>
              </a:rPr>
              <a:t>のルール</a:t>
            </a:r>
            <a:endParaRPr b="1" dirty="0">
              <a:solidFill>
                <a:srgbClr val="222838"/>
              </a:solidFill>
              <a:latin typeface="Meiryo"/>
              <a:ea typeface="メイリオ"/>
            </a:endParaRPr>
          </a:p>
        </p:txBody>
      </p:sp>
      <p:sp>
        <p:nvSpPr>
          <p:cNvPr id="58" name="TextBox 30">
            <a:extLst>
              <a:ext uri="{FF2B5EF4-FFF2-40B4-BE49-F238E27FC236}">
                <a16:creationId xmlns:a16="http://schemas.microsoft.com/office/drawing/2014/main" id="{19A11EC3-0804-9CFF-0538-CB7F5831FB08}"/>
              </a:ext>
            </a:extLst>
          </p:cNvPr>
          <p:cNvSpPr txBox="1"/>
          <p:nvPr/>
        </p:nvSpPr>
        <p:spPr>
          <a:xfrm>
            <a:off x="6426200" y="2133600"/>
            <a:ext cx="4822194" cy="1739387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marL="179388" indent="-179388" algn="l">
              <a:lnSpc>
                <a:spcPct val="134000"/>
              </a:lnSpc>
              <a:buFont typeface="Wingdings" panose="05000000000000000000" pitchFamily="2" charset="2"/>
              <a:buChar char="Ø"/>
            </a:pPr>
            <a:r>
              <a:rPr sz="1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中止の基準</a:t>
            </a: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 : </a:t>
            </a:r>
            <a:r>
              <a:rPr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風速</a:t>
            </a:r>
            <a:r>
              <a:rPr sz="1400" b="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3m/</a:t>
            </a:r>
            <a:r>
              <a:rPr sz="1400" b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sを超える日と雨の日は録らない</a:t>
            </a:r>
            <a:endParaRPr lang="en-US" sz="1400" b="0" dirty="0">
              <a:solidFill>
                <a:schemeClr val="tx1">
                  <a:lumMod val="95000"/>
                  <a:lumOff val="5000"/>
                </a:schemeClr>
              </a:solidFill>
              <a:latin typeface="Meiryo"/>
              <a:ea typeface="メイリオ"/>
            </a:endParaRPr>
          </a:p>
          <a:p>
            <a:pPr marL="179388" indent="-179388" algn="l">
              <a:lnSpc>
                <a:spcPct val="134000"/>
              </a:lnSpc>
              <a:buFont typeface="Wingdings" panose="05000000000000000000" pitchFamily="2" charset="2"/>
              <a:buChar char="Ø"/>
            </a:pPr>
            <a:r>
              <a:rPr lang="ja-JP" altLang="en-US" sz="1400" b="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装着 </a:t>
            </a:r>
            <a:r>
              <a:rPr lang="en-US" altLang="ja-JP" sz="1400" b="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: </a:t>
            </a:r>
            <a:r>
              <a:rPr lang="ja-JP" altLang="en-US" sz="1400" b="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ヘルメット。静止で統一、歩行対比だけ歩行</a:t>
            </a:r>
            <a:r>
              <a:rPr lang="ja-JP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。</a:t>
            </a:r>
            <a:endParaRPr lang="en-US" altLang="ja-JP" sz="1400" b="0" dirty="0">
              <a:solidFill>
                <a:schemeClr val="tx1">
                  <a:lumMod val="95000"/>
                  <a:lumOff val="5000"/>
                </a:schemeClr>
              </a:solidFill>
              <a:latin typeface="Meiryo"/>
              <a:ea typeface="メイリオ"/>
            </a:endParaRPr>
          </a:p>
          <a:p>
            <a:pPr marL="179388" indent="-179388" algn="l">
              <a:lnSpc>
                <a:spcPct val="134000"/>
              </a:lnSpc>
              <a:buFont typeface="Wingdings" panose="05000000000000000000" pitchFamily="2" charset="2"/>
              <a:buChar char="Ø"/>
            </a:pPr>
            <a:r>
              <a:rPr lang="ja-JP" altLang="en-US" sz="1400" b="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録音設定 </a:t>
            </a:r>
            <a:r>
              <a:rPr lang="en-US" altLang="ja-JP" sz="1400" b="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: </a:t>
            </a:r>
            <a:r>
              <a:rPr lang="ja-JP" altLang="en-US" sz="1400" b="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家で全部固定し、現地で押すのは録音ボタンのみ</a:t>
            </a:r>
            <a:endParaRPr lang="en-US" altLang="ja-JP" sz="1400" b="0" dirty="0">
              <a:solidFill>
                <a:schemeClr val="tx1">
                  <a:lumMod val="95000"/>
                  <a:lumOff val="5000"/>
                </a:schemeClr>
              </a:solidFill>
              <a:latin typeface="Meiryo"/>
              <a:ea typeface="メイリオ"/>
            </a:endParaRPr>
          </a:p>
          <a:p>
            <a:pPr marL="179388" indent="-179388" algn="l">
              <a:lnSpc>
                <a:spcPct val="134000"/>
              </a:lnSpc>
              <a:buFont typeface="Wingdings" panose="05000000000000000000" pitchFamily="2" charset="2"/>
              <a:buChar char="Ø"/>
            </a:pPr>
            <a:r>
              <a:rPr lang="ja-JP" altLang="en-US" sz="1400" b="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記録 </a:t>
            </a:r>
            <a:r>
              <a:rPr lang="en-US" altLang="ja-JP" sz="1400" b="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: </a:t>
            </a:r>
            <a:r>
              <a:rPr lang="ja-JP" altLang="en-US" sz="1400" b="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イベントごとに車種・速度・横距離をスマホの表に手打ち</a:t>
            </a:r>
          </a:p>
        </p:txBody>
      </p:sp>
      <p:sp>
        <p:nvSpPr>
          <p:cNvPr id="92" name="TextBox 2">
            <a:extLst>
              <a:ext uri="{FF2B5EF4-FFF2-40B4-BE49-F238E27FC236}">
                <a16:creationId xmlns:a16="http://schemas.microsoft.com/office/drawing/2014/main" id="{0CABE6CF-D337-EE10-E7DF-A4064334964C}"/>
              </a:ext>
            </a:extLst>
          </p:cNvPr>
          <p:cNvSpPr txBox="1"/>
          <p:nvPr/>
        </p:nvSpPr>
        <p:spPr>
          <a:xfrm>
            <a:off x="1693651" y="4122459"/>
            <a:ext cx="2540000" cy="302647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b="1" dirty="0" err="1">
                <a:solidFill>
                  <a:srgbClr val="222838"/>
                </a:solidFill>
                <a:latin typeface="Meiryo"/>
                <a:ea typeface="メイリオ"/>
              </a:rPr>
              <a:t>記録方法</a:t>
            </a:r>
            <a:endParaRPr b="1" dirty="0">
              <a:solidFill>
                <a:srgbClr val="222838"/>
              </a:solidFill>
              <a:latin typeface="Meiryo"/>
              <a:ea typeface="メイリオ"/>
            </a:endParaRPr>
          </a:p>
        </p:txBody>
      </p:sp>
      <p:sp>
        <p:nvSpPr>
          <p:cNvPr id="93" name="TextBox 3">
            <a:extLst>
              <a:ext uri="{FF2B5EF4-FFF2-40B4-BE49-F238E27FC236}">
                <a16:creationId xmlns:a16="http://schemas.microsoft.com/office/drawing/2014/main" id="{398AE26E-956F-F0DB-EA0C-DC10494EA6E0}"/>
              </a:ext>
            </a:extLst>
          </p:cNvPr>
          <p:cNvSpPr txBox="1"/>
          <p:nvPr/>
        </p:nvSpPr>
        <p:spPr>
          <a:xfrm>
            <a:off x="4218517" y="4228568"/>
            <a:ext cx="3606800" cy="24109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/>
            <a:r>
              <a:rPr sz="1400" b="0" dirty="0">
                <a:solidFill>
                  <a:schemeClr val="bg2">
                    <a:lumMod val="50000"/>
                  </a:schemeClr>
                </a:solidFill>
                <a:latin typeface="Meiryo"/>
                <a:ea typeface="メイリオ"/>
              </a:rPr>
              <a:t>速度：徐行〜約30km/h</a:t>
            </a:r>
          </a:p>
        </p:txBody>
      </p:sp>
      <p:sp>
        <p:nvSpPr>
          <p:cNvPr id="94" name="Rectangle 4">
            <a:extLst>
              <a:ext uri="{FF2B5EF4-FFF2-40B4-BE49-F238E27FC236}">
                <a16:creationId xmlns:a16="http://schemas.microsoft.com/office/drawing/2014/main" id="{88BE6046-A6FD-1964-84FB-59B0580E1786}"/>
              </a:ext>
            </a:extLst>
          </p:cNvPr>
          <p:cNvSpPr/>
          <p:nvPr/>
        </p:nvSpPr>
        <p:spPr>
          <a:xfrm>
            <a:off x="1519758" y="4463206"/>
            <a:ext cx="9141892" cy="685800"/>
          </a:xfrm>
          <a:prstGeom prst="rect">
            <a:avLst/>
          </a:prstGeom>
          <a:solidFill>
            <a:srgbClr val="C2C7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95" name="Rectangle 5">
            <a:extLst>
              <a:ext uri="{FF2B5EF4-FFF2-40B4-BE49-F238E27FC236}">
                <a16:creationId xmlns:a16="http://schemas.microsoft.com/office/drawing/2014/main" id="{E0134501-B8E6-A91C-59C9-82BC8F4A6B84}"/>
              </a:ext>
            </a:extLst>
          </p:cNvPr>
          <p:cNvSpPr/>
          <p:nvPr/>
        </p:nvSpPr>
        <p:spPr>
          <a:xfrm>
            <a:off x="1519758" y="5149006"/>
            <a:ext cx="9141892" cy="76200"/>
          </a:xfrm>
          <a:prstGeom prst="rect">
            <a:avLst/>
          </a:prstGeom>
          <a:solidFill>
            <a:srgbClr val="979D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96" name="Rectangle 6">
            <a:extLst>
              <a:ext uri="{FF2B5EF4-FFF2-40B4-BE49-F238E27FC236}">
                <a16:creationId xmlns:a16="http://schemas.microsoft.com/office/drawing/2014/main" id="{D62EB866-25BB-5450-21BE-070C941EE76C}"/>
              </a:ext>
            </a:extLst>
          </p:cNvPr>
          <p:cNvSpPr/>
          <p:nvPr/>
        </p:nvSpPr>
        <p:spPr>
          <a:xfrm>
            <a:off x="1519758" y="5225206"/>
            <a:ext cx="9141892" cy="585276"/>
          </a:xfrm>
          <a:prstGeom prst="rect">
            <a:avLst/>
          </a:prstGeom>
          <a:solidFill>
            <a:srgbClr val="EC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97" name="Rectangle 7">
            <a:extLst>
              <a:ext uri="{FF2B5EF4-FFF2-40B4-BE49-F238E27FC236}">
                <a16:creationId xmlns:a16="http://schemas.microsoft.com/office/drawing/2014/main" id="{A1ECBF5E-AEA4-A620-C422-59CA59FECB51}"/>
              </a:ext>
            </a:extLst>
          </p:cNvPr>
          <p:cNvSpPr/>
          <p:nvPr/>
        </p:nvSpPr>
        <p:spPr>
          <a:xfrm>
            <a:off x="1818217" y="4780706"/>
            <a:ext cx="330200" cy="50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98" name="Rectangle 8">
            <a:extLst>
              <a:ext uri="{FF2B5EF4-FFF2-40B4-BE49-F238E27FC236}">
                <a16:creationId xmlns:a16="http://schemas.microsoft.com/office/drawing/2014/main" id="{D0E6EBD1-B115-2E9E-ED74-CCA12CB7C917}"/>
              </a:ext>
            </a:extLst>
          </p:cNvPr>
          <p:cNvSpPr/>
          <p:nvPr/>
        </p:nvSpPr>
        <p:spPr>
          <a:xfrm>
            <a:off x="2402417" y="4780706"/>
            <a:ext cx="330200" cy="50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99" name="Rectangle 9">
            <a:extLst>
              <a:ext uri="{FF2B5EF4-FFF2-40B4-BE49-F238E27FC236}">
                <a16:creationId xmlns:a16="http://schemas.microsoft.com/office/drawing/2014/main" id="{F302E65C-7089-C6FC-C922-EED08E5BDB43}"/>
              </a:ext>
            </a:extLst>
          </p:cNvPr>
          <p:cNvSpPr/>
          <p:nvPr/>
        </p:nvSpPr>
        <p:spPr>
          <a:xfrm>
            <a:off x="2986617" y="4780706"/>
            <a:ext cx="330200" cy="50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00" name="Rectangle 10">
            <a:extLst>
              <a:ext uri="{FF2B5EF4-FFF2-40B4-BE49-F238E27FC236}">
                <a16:creationId xmlns:a16="http://schemas.microsoft.com/office/drawing/2014/main" id="{E0FA3D0C-EB2F-DE42-55DF-BE60BEC282AD}"/>
              </a:ext>
            </a:extLst>
          </p:cNvPr>
          <p:cNvSpPr/>
          <p:nvPr/>
        </p:nvSpPr>
        <p:spPr>
          <a:xfrm>
            <a:off x="3570817" y="4780706"/>
            <a:ext cx="330200" cy="50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01" name="Rectangle 11">
            <a:extLst>
              <a:ext uri="{FF2B5EF4-FFF2-40B4-BE49-F238E27FC236}">
                <a16:creationId xmlns:a16="http://schemas.microsoft.com/office/drawing/2014/main" id="{9D4ECE65-2B97-CC0A-A97F-A0CCE6756A24}"/>
              </a:ext>
            </a:extLst>
          </p:cNvPr>
          <p:cNvSpPr/>
          <p:nvPr/>
        </p:nvSpPr>
        <p:spPr>
          <a:xfrm>
            <a:off x="4155017" y="4780706"/>
            <a:ext cx="330200" cy="50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02" name="Rectangle 12">
            <a:extLst>
              <a:ext uri="{FF2B5EF4-FFF2-40B4-BE49-F238E27FC236}">
                <a16:creationId xmlns:a16="http://schemas.microsoft.com/office/drawing/2014/main" id="{7CB937C5-151D-EA87-CE16-C2BF06503681}"/>
              </a:ext>
            </a:extLst>
          </p:cNvPr>
          <p:cNvSpPr/>
          <p:nvPr/>
        </p:nvSpPr>
        <p:spPr>
          <a:xfrm>
            <a:off x="4739217" y="4780706"/>
            <a:ext cx="330200" cy="50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03" name="Rectangle 13">
            <a:extLst>
              <a:ext uri="{FF2B5EF4-FFF2-40B4-BE49-F238E27FC236}">
                <a16:creationId xmlns:a16="http://schemas.microsoft.com/office/drawing/2014/main" id="{D197C25D-7DAE-6E36-D315-D1F0804D736E}"/>
              </a:ext>
            </a:extLst>
          </p:cNvPr>
          <p:cNvSpPr/>
          <p:nvPr/>
        </p:nvSpPr>
        <p:spPr>
          <a:xfrm>
            <a:off x="5323417" y="4780706"/>
            <a:ext cx="330200" cy="50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04" name="Rectangle 14">
            <a:extLst>
              <a:ext uri="{FF2B5EF4-FFF2-40B4-BE49-F238E27FC236}">
                <a16:creationId xmlns:a16="http://schemas.microsoft.com/office/drawing/2014/main" id="{A8741FE7-F43D-8A98-C3DD-ACF17788EAF7}"/>
              </a:ext>
            </a:extLst>
          </p:cNvPr>
          <p:cNvSpPr/>
          <p:nvPr/>
        </p:nvSpPr>
        <p:spPr>
          <a:xfrm>
            <a:off x="5907617" y="4780706"/>
            <a:ext cx="330200" cy="50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05" name="Rectangle 15">
            <a:extLst>
              <a:ext uri="{FF2B5EF4-FFF2-40B4-BE49-F238E27FC236}">
                <a16:creationId xmlns:a16="http://schemas.microsoft.com/office/drawing/2014/main" id="{76C32C0D-2D8F-CDF9-8053-117E48620FD6}"/>
              </a:ext>
            </a:extLst>
          </p:cNvPr>
          <p:cNvSpPr/>
          <p:nvPr/>
        </p:nvSpPr>
        <p:spPr>
          <a:xfrm>
            <a:off x="6491817" y="4780706"/>
            <a:ext cx="330200" cy="50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06" name="Rectangle 16">
            <a:extLst>
              <a:ext uri="{FF2B5EF4-FFF2-40B4-BE49-F238E27FC236}">
                <a16:creationId xmlns:a16="http://schemas.microsoft.com/office/drawing/2014/main" id="{1A131F2E-8710-FF6A-FCAC-2BA3F7443D09}"/>
              </a:ext>
            </a:extLst>
          </p:cNvPr>
          <p:cNvSpPr/>
          <p:nvPr/>
        </p:nvSpPr>
        <p:spPr>
          <a:xfrm>
            <a:off x="7076017" y="4780706"/>
            <a:ext cx="330200" cy="50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07" name="Rectangle 17">
            <a:extLst>
              <a:ext uri="{FF2B5EF4-FFF2-40B4-BE49-F238E27FC236}">
                <a16:creationId xmlns:a16="http://schemas.microsoft.com/office/drawing/2014/main" id="{C1F739F5-ABC9-4274-D7A9-0D0D3C1541C1}"/>
              </a:ext>
            </a:extLst>
          </p:cNvPr>
          <p:cNvSpPr/>
          <p:nvPr/>
        </p:nvSpPr>
        <p:spPr>
          <a:xfrm>
            <a:off x="7660217" y="4780706"/>
            <a:ext cx="330200" cy="50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08" name="Rectangle 18">
            <a:extLst>
              <a:ext uri="{FF2B5EF4-FFF2-40B4-BE49-F238E27FC236}">
                <a16:creationId xmlns:a16="http://schemas.microsoft.com/office/drawing/2014/main" id="{F9D6863E-855F-792C-E201-2DA278FE5B14}"/>
              </a:ext>
            </a:extLst>
          </p:cNvPr>
          <p:cNvSpPr/>
          <p:nvPr/>
        </p:nvSpPr>
        <p:spPr>
          <a:xfrm>
            <a:off x="8244417" y="4780706"/>
            <a:ext cx="330200" cy="50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09" name="Rectangle 19">
            <a:extLst>
              <a:ext uri="{FF2B5EF4-FFF2-40B4-BE49-F238E27FC236}">
                <a16:creationId xmlns:a16="http://schemas.microsoft.com/office/drawing/2014/main" id="{B0174199-7C2E-21B5-E4EB-D09F064AE457}"/>
              </a:ext>
            </a:extLst>
          </p:cNvPr>
          <p:cNvSpPr/>
          <p:nvPr/>
        </p:nvSpPr>
        <p:spPr>
          <a:xfrm>
            <a:off x="8828617" y="4780706"/>
            <a:ext cx="330200" cy="50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10" name="Rectangle 20">
            <a:extLst>
              <a:ext uri="{FF2B5EF4-FFF2-40B4-BE49-F238E27FC236}">
                <a16:creationId xmlns:a16="http://schemas.microsoft.com/office/drawing/2014/main" id="{B656B3A1-A368-F06D-8BC0-A5F3280D2E59}"/>
              </a:ext>
            </a:extLst>
          </p:cNvPr>
          <p:cNvSpPr/>
          <p:nvPr/>
        </p:nvSpPr>
        <p:spPr>
          <a:xfrm>
            <a:off x="9412817" y="4780706"/>
            <a:ext cx="330200" cy="50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11" name="Rectangle 21">
            <a:extLst>
              <a:ext uri="{FF2B5EF4-FFF2-40B4-BE49-F238E27FC236}">
                <a16:creationId xmlns:a16="http://schemas.microsoft.com/office/drawing/2014/main" id="{CCFAA4B6-FE71-5496-A81F-E2FE5AD9F1FD}"/>
              </a:ext>
            </a:extLst>
          </p:cNvPr>
          <p:cNvSpPr/>
          <p:nvPr/>
        </p:nvSpPr>
        <p:spPr>
          <a:xfrm>
            <a:off x="1519757" y="4539406"/>
            <a:ext cx="9213915" cy="38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12" name="Rectangle 22">
            <a:extLst>
              <a:ext uri="{FF2B5EF4-FFF2-40B4-BE49-F238E27FC236}">
                <a16:creationId xmlns:a16="http://schemas.microsoft.com/office/drawing/2014/main" id="{145D0368-A41D-8EC7-F768-7B4CD781AA93}"/>
              </a:ext>
            </a:extLst>
          </p:cNvPr>
          <p:cNvSpPr/>
          <p:nvPr/>
        </p:nvSpPr>
        <p:spPr>
          <a:xfrm>
            <a:off x="1519757" y="5034706"/>
            <a:ext cx="9213915" cy="38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13" name="TextBox 23">
            <a:extLst>
              <a:ext uri="{FF2B5EF4-FFF2-40B4-BE49-F238E27FC236}">
                <a16:creationId xmlns:a16="http://schemas.microsoft.com/office/drawing/2014/main" id="{3D2CCBC1-13DE-FD70-CDC5-23C969D856C9}"/>
              </a:ext>
            </a:extLst>
          </p:cNvPr>
          <p:cNvSpPr txBox="1"/>
          <p:nvPr/>
        </p:nvSpPr>
        <p:spPr>
          <a:xfrm>
            <a:off x="1767417" y="5326806"/>
            <a:ext cx="1143000" cy="24109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400" b="0" dirty="0" err="1">
                <a:solidFill>
                  <a:schemeClr val="bg2">
                    <a:lumMod val="50000"/>
                  </a:schemeClr>
                </a:solidFill>
                <a:latin typeface="Meiryo"/>
                <a:ea typeface="メイリオ"/>
              </a:rPr>
              <a:t>歩道</a:t>
            </a:r>
            <a:endParaRPr sz="1400" b="0" dirty="0">
              <a:solidFill>
                <a:schemeClr val="bg2">
                  <a:lumMod val="50000"/>
                </a:schemeClr>
              </a:solidFill>
              <a:latin typeface="Meiryo"/>
              <a:ea typeface="メイリオ"/>
            </a:endParaRPr>
          </a:p>
        </p:txBody>
      </p:sp>
      <p:sp>
        <p:nvSpPr>
          <p:cNvPr id="114" name="Rounded Rectangle 24">
            <a:extLst>
              <a:ext uri="{FF2B5EF4-FFF2-40B4-BE49-F238E27FC236}">
                <a16:creationId xmlns:a16="http://schemas.microsoft.com/office/drawing/2014/main" id="{EF659E8B-160F-4C50-C474-14C4C9554639}"/>
              </a:ext>
            </a:extLst>
          </p:cNvPr>
          <p:cNvSpPr/>
          <p:nvPr/>
        </p:nvSpPr>
        <p:spPr>
          <a:xfrm>
            <a:off x="4425454" y="4590206"/>
            <a:ext cx="965200" cy="431800"/>
          </a:xfrm>
          <a:prstGeom prst="roundRect">
            <a:avLst/>
          </a:prstGeom>
          <a:solidFill>
            <a:srgbClr val="E0A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15" name="TextBox 25">
            <a:extLst>
              <a:ext uri="{FF2B5EF4-FFF2-40B4-BE49-F238E27FC236}">
                <a16:creationId xmlns:a16="http://schemas.microsoft.com/office/drawing/2014/main" id="{ABB06F08-051D-42DA-2EF6-0A606E556F15}"/>
              </a:ext>
            </a:extLst>
          </p:cNvPr>
          <p:cNvSpPr txBox="1"/>
          <p:nvPr/>
        </p:nvSpPr>
        <p:spPr>
          <a:xfrm>
            <a:off x="4408588" y="4677703"/>
            <a:ext cx="965200" cy="271869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/>
            <a:r>
              <a:rPr sz="1600" b="1" dirty="0">
                <a:solidFill>
                  <a:srgbClr val="FFFFFF"/>
                </a:solidFill>
                <a:latin typeface="Meiryo"/>
                <a:ea typeface="メイリオ"/>
              </a:rPr>
              <a:t>車</a:t>
            </a:r>
          </a:p>
        </p:txBody>
      </p:sp>
      <p:sp>
        <p:nvSpPr>
          <p:cNvPr id="116" name="Right Arrow 26">
            <a:extLst>
              <a:ext uri="{FF2B5EF4-FFF2-40B4-BE49-F238E27FC236}">
                <a16:creationId xmlns:a16="http://schemas.microsoft.com/office/drawing/2014/main" id="{02E3C121-98F1-DA9C-BA25-25FCC08B49B5}"/>
              </a:ext>
            </a:extLst>
          </p:cNvPr>
          <p:cNvSpPr/>
          <p:nvPr/>
        </p:nvSpPr>
        <p:spPr>
          <a:xfrm>
            <a:off x="5492254" y="4691806"/>
            <a:ext cx="406400" cy="228600"/>
          </a:xfrm>
          <a:prstGeom prst="rightArrow">
            <a:avLst/>
          </a:prstGeom>
          <a:solidFill>
            <a:srgbClr val="232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17" name="Oval 27">
            <a:extLst>
              <a:ext uri="{FF2B5EF4-FFF2-40B4-BE49-F238E27FC236}">
                <a16:creationId xmlns:a16="http://schemas.microsoft.com/office/drawing/2014/main" id="{6C9A86C6-894C-51DA-B583-2C3276618AD8}"/>
              </a:ext>
            </a:extLst>
          </p:cNvPr>
          <p:cNvSpPr/>
          <p:nvPr/>
        </p:nvSpPr>
        <p:spPr>
          <a:xfrm>
            <a:off x="3300382" y="5453806"/>
            <a:ext cx="203200" cy="203200"/>
          </a:xfrm>
          <a:prstGeom prst="ellipse">
            <a:avLst/>
          </a:prstGeom>
          <a:solidFill>
            <a:srgbClr val="232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18" name="Oval 28">
            <a:extLst>
              <a:ext uri="{FF2B5EF4-FFF2-40B4-BE49-F238E27FC236}">
                <a16:creationId xmlns:a16="http://schemas.microsoft.com/office/drawing/2014/main" id="{116AB09C-F1C5-D965-05F3-335A49B941DE}"/>
              </a:ext>
            </a:extLst>
          </p:cNvPr>
          <p:cNvSpPr/>
          <p:nvPr/>
        </p:nvSpPr>
        <p:spPr>
          <a:xfrm>
            <a:off x="3202517" y="5364906"/>
            <a:ext cx="381000" cy="381000"/>
          </a:xfrm>
          <a:prstGeom prst="ellipse">
            <a:avLst/>
          </a:prstGeom>
          <a:noFill/>
          <a:ln w="25400">
            <a:solidFill>
              <a:srgbClr val="E0A5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cxnSp>
        <p:nvCxnSpPr>
          <p:cNvPr id="119" name="Connector 29">
            <a:extLst>
              <a:ext uri="{FF2B5EF4-FFF2-40B4-BE49-F238E27FC236}">
                <a16:creationId xmlns:a16="http://schemas.microsoft.com/office/drawing/2014/main" id="{C96B35BE-55B1-9C39-6C05-DA4E047010F1}"/>
              </a:ext>
            </a:extLst>
          </p:cNvPr>
          <p:cNvCxnSpPr>
            <a:cxnSpLocks/>
          </p:cNvCxnSpPr>
          <p:nvPr/>
        </p:nvCxnSpPr>
        <p:spPr>
          <a:xfrm>
            <a:off x="3393017" y="5072806"/>
            <a:ext cx="0" cy="254000"/>
          </a:xfrm>
          <a:prstGeom prst="line">
            <a:avLst/>
          </a:prstGeom>
          <a:ln w="22860">
            <a:solidFill>
              <a:srgbClr val="C0392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TextBox 30">
            <a:extLst>
              <a:ext uri="{FF2B5EF4-FFF2-40B4-BE49-F238E27FC236}">
                <a16:creationId xmlns:a16="http://schemas.microsoft.com/office/drawing/2014/main" id="{48012F67-F263-E34E-0C26-D29E83E8DA37}"/>
              </a:ext>
            </a:extLst>
          </p:cNvPr>
          <p:cNvSpPr txBox="1"/>
          <p:nvPr/>
        </p:nvSpPr>
        <p:spPr>
          <a:xfrm>
            <a:off x="3742266" y="5352206"/>
            <a:ext cx="6997701" cy="281487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dirty="0" err="1">
                <a:solidFill>
                  <a:srgbClr val="C00000"/>
                </a:solidFill>
                <a:latin typeface="Meiryo"/>
                <a:ea typeface="メイリオ"/>
              </a:rPr>
              <a:t>横距離</a:t>
            </a:r>
            <a:r>
              <a:rPr sz="1400" b="1" dirty="0">
                <a:solidFill>
                  <a:srgbClr val="C00000"/>
                </a:solidFill>
                <a:latin typeface="Meiryo"/>
                <a:ea typeface="メイリオ"/>
              </a:rPr>
              <a:t> 2.0〜3.2m</a:t>
            </a:r>
            <a:r>
              <a:rPr lang="en-US" sz="1400" b="1" dirty="0">
                <a:solidFill>
                  <a:srgbClr val="C00000"/>
                </a:solidFill>
                <a:latin typeface="Meiryo"/>
                <a:ea typeface="メイリオ"/>
              </a:rPr>
              <a:t>(</a:t>
            </a:r>
            <a:r>
              <a:rPr sz="1400" b="1" dirty="0" err="1">
                <a:solidFill>
                  <a:srgbClr val="C00000"/>
                </a:solidFill>
                <a:latin typeface="Meiryo"/>
                <a:ea typeface="メイリオ"/>
              </a:rPr>
              <a:t>鳴るべき車</a:t>
            </a:r>
            <a:r>
              <a:rPr lang="en-US" sz="1400" b="1" dirty="0">
                <a:solidFill>
                  <a:srgbClr val="C00000"/>
                </a:solidFill>
                <a:latin typeface="Meiryo"/>
                <a:ea typeface="メイリオ"/>
              </a:rPr>
              <a:t>) / </a:t>
            </a:r>
            <a:r>
              <a:rPr lang="en-US" altLang="ja-JP" sz="1400" b="1" dirty="0">
                <a:solidFill>
                  <a:srgbClr val="C00000"/>
                </a:solidFill>
                <a:latin typeface="Meiryo"/>
                <a:ea typeface="メイリオ"/>
              </a:rPr>
              <a:t>5〜15m(</a:t>
            </a:r>
            <a:r>
              <a:rPr lang="ja-JP" altLang="en-US" sz="1400" b="1" dirty="0">
                <a:solidFill>
                  <a:srgbClr val="C00000"/>
                </a:solidFill>
                <a:latin typeface="Meiryo"/>
                <a:ea typeface="メイリオ"/>
              </a:rPr>
              <a:t>鳴ってはいけない車</a:t>
            </a:r>
            <a:r>
              <a:rPr lang="en-US" altLang="ja-JP" sz="1400" b="1" dirty="0">
                <a:solidFill>
                  <a:srgbClr val="C00000"/>
                </a:solidFill>
                <a:latin typeface="Meiryo"/>
                <a:ea typeface="メイリオ"/>
              </a:rPr>
              <a:t>)</a:t>
            </a:r>
            <a:endParaRPr lang="ja-JP" altLang="en-US" sz="1400" b="1" dirty="0">
              <a:solidFill>
                <a:srgbClr val="C00000"/>
              </a:solidFill>
              <a:latin typeface="Meiryo"/>
              <a:ea typeface="メイリオ"/>
            </a:endParaRPr>
          </a:p>
        </p:txBody>
      </p:sp>
      <p:sp>
        <p:nvSpPr>
          <p:cNvPr id="121" name="TextBox 31">
            <a:extLst>
              <a:ext uri="{FF2B5EF4-FFF2-40B4-BE49-F238E27FC236}">
                <a16:creationId xmlns:a16="http://schemas.microsoft.com/office/drawing/2014/main" id="{5A69E583-B6E5-E86F-D61E-CF51DE55BFB5}"/>
              </a:ext>
            </a:extLst>
          </p:cNvPr>
          <p:cNvSpPr txBox="1"/>
          <p:nvPr/>
        </p:nvSpPr>
        <p:spPr>
          <a:xfrm>
            <a:off x="2147617" y="5861282"/>
            <a:ext cx="3810000" cy="24109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lang="ja-JP" altLang="en-US" sz="1400" b="0" dirty="0">
                <a:solidFill>
                  <a:srgbClr val="222838"/>
                </a:solidFill>
                <a:latin typeface="Meiryo"/>
                <a:ea typeface="メイリオ"/>
              </a:rPr>
              <a:t>装着者</a:t>
            </a:r>
            <a:r>
              <a:rPr lang="en-US" altLang="ja-JP" sz="1400" b="0" dirty="0">
                <a:solidFill>
                  <a:srgbClr val="222838"/>
                </a:solidFill>
                <a:latin typeface="Meiryo"/>
                <a:ea typeface="メイリオ"/>
              </a:rPr>
              <a:t>(</a:t>
            </a:r>
            <a:r>
              <a:rPr lang="ja-JP" altLang="en-US" sz="1400" b="0" dirty="0">
                <a:solidFill>
                  <a:srgbClr val="222838"/>
                </a:solidFill>
                <a:latin typeface="Meiryo"/>
                <a:ea typeface="メイリオ"/>
              </a:rPr>
              <a:t>頭上に</a:t>
            </a:r>
            <a:r>
              <a:rPr lang="en-US" altLang="ja-JP" sz="1400" b="0" dirty="0">
                <a:solidFill>
                  <a:srgbClr val="222838"/>
                </a:solidFill>
                <a:latin typeface="Meiryo"/>
                <a:ea typeface="メイリオ"/>
              </a:rPr>
              <a:t>4</a:t>
            </a:r>
            <a:r>
              <a:rPr lang="ja-JP" altLang="en-US" sz="1400" b="0" dirty="0">
                <a:solidFill>
                  <a:srgbClr val="222838"/>
                </a:solidFill>
                <a:latin typeface="Meiryo"/>
                <a:ea typeface="メイリオ"/>
              </a:rPr>
              <a:t>方向マイク</a:t>
            </a:r>
            <a:r>
              <a:rPr lang="en-US" altLang="ja-JP" sz="1400" b="0" dirty="0">
                <a:solidFill>
                  <a:srgbClr val="222838"/>
                </a:solidFill>
                <a:latin typeface="Meiryo"/>
                <a:ea typeface="メイリオ"/>
              </a:rPr>
              <a:t>)</a:t>
            </a:r>
            <a:endParaRPr sz="1400" b="0" dirty="0">
              <a:solidFill>
                <a:srgbClr val="222838"/>
              </a:solidFill>
              <a:latin typeface="Meiryo"/>
              <a:ea typeface="メイリオ"/>
            </a:endParaRPr>
          </a:p>
        </p:txBody>
      </p:sp>
      <p:sp>
        <p:nvSpPr>
          <p:cNvPr id="122" name="Rectangle 20">
            <a:extLst>
              <a:ext uri="{FF2B5EF4-FFF2-40B4-BE49-F238E27FC236}">
                <a16:creationId xmlns:a16="http://schemas.microsoft.com/office/drawing/2014/main" id="{8BC65C3E-1AE6-89FD-D307-1126682F7A32}"/>
              </a:ext>
            </a:extLst>
          </p:cNvPr>
          <p:cNvSpPr/>
          <p:nvPr/>
        </p:nvSpPr>
        <p:spPr>
          <a:xfrm>
            <a:off x="9997017" y="4780706"/>
            <a:ext cx="330200" cy="50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45" name="Rounded Rectangle 97">
            <a:extLst>
              <a:ext uri="{FF2B5EF4-FFF2-40B4-BE49-F238E27FC236}">
                <a16:creationId xmlns:a16="http://schemas.microsoft.com/office/drawing/2014/main" id="{61E5024D-CD65-0D21-72D0-2557D6293295}"/>
              </a:ext>
            </a:extLst>
          </p:cNvPr>
          <p:cNvSpPr/>
          <p:nvPr/>
        </p:nvSpPr>
        <p:spPr>
          <a:xfrm>
            <a:off x="8589723" y="6392061"/>
            <a:ext cx="900000" cy="2880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dirty="0" err="1">
                <a:solidFill>
                  <a:srgbClr val="66707F"/>
                </a:solidFill>
                <a:latin typeface="Meiryo"/>
                <a:ea typeface="メイリオ"/>
              </a:rPr>
              <a:t>まとめ</a:t>
            </a:r>
            <a:endParaRPr sz="1600" b="0" dirty="0">
              <a:solidFill>
                <a:srgbClr val="66707F"/>
              </a:solidFill>
              <a:latin typeface="Meiryo"/>
              <a:ea typeface="メイリオ"/>
            </a:endParaRPr>
          </a:p>
        </p:txBody>
      </p:sp>
      <p:sp>
        <p:nvSpPr>
          <p:cNvPr id="47" name="Rounded Rectangle 96">
            <a:extLst>
              <a:ext uri="{FF2B5EF4-FFF2-40B4-BE49-F238E27FC236}">
                <a16:creationId xmlns:a16="http://schemas.microsoft.com/office/drawing/2014/main" id="{729968EB-8896-FA9A-5B52-A1B3033EB413}"/>
              </a:ext>
            </a:extLst>
          </p:cNvPr>
          <p:cNvSpPr/>
          <p:nvPr/>
        </p:nvSpPr>
        <p:spPr>
          <a:xfrm>
            <a:off x="7998482" y="6392061"/>
            <a:ext cx="540000" cy="2880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1600" b="0" dirty="0">
                <a:solidFill>
                  <a:srgbClr val="66707F"/>
                </a:solidFill>
                <a:latin typeface="Meiryo"/>
                <a:ea typeface="メイリオ"/>
              </a:rPr>
              <a:t>相談</a:t>
            </a:r>
            <a:endParaRPr sz="1600" b="0" dirty="0">
              <a:solidFill>
                <a:srgbClr val="66707F"/>
              </a:solidFill>
              <a:latin typeface="Meiryo"/>
              <a:ea typeface="メイリオ"/>
            </a:endParaRPr>
          </a:p>
        </p:txBody>
      </p:sp>
      <p:sp>
        <p:nvSpPr>
          <p:cNvPr id="51" name="Rounded Rectangle 95">
            <a:extLst>
              <a:ext uri="{FF2B5EF4-FFF2-40B4-BE49-F238E27FC236}">
                <a16:creationId xmlns:a16="http://schemas.microsoft.com/office/drawing/2014/main" id="{B94905C1-9CC0-34D5-3F84-54AF3FE76E66}"/>
              </a:ext>
            </a:extLst>
          </p:cNvPr>
          <p:cNvSpPr/>
          <p:nvPr/>
        </p:nvSpPr>
        <p:spPr>
          <a:xfrm>
            <a:off x="6687241" y="6392995"/>
            <a:ext cx="1260000" cy="288000"/>
          </a:xfrm>
          <a:prstGeom prst="roundRect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1600" b="1" dirty="0">
                <a:solidFill>
                  <a:schemeClr val="bg1"/>
                </a:solidFill>
                <a:latin typeface="Meiryo"/>
                <a:ea typeface="メイリオ"/>
              </a:rPr>
              <a:t>実録の計画</a:t>
            </a:r>
            <a:endParaRPr sz="1600" b="1" dirty="0">
              <a:solidFill>
                <a:schemeClr val="bg1"/>
              </a:solidFill>
              <a:latin typeface="Meiryo"/>
              <a:ea typeface="メイリオ"/>
            </a:endParaRPr>
          </a:p>
        </p:txBody>
      </p:sp>
      <p:sp>
        <p:nvSpPr>
          <p:cNvPr id="55" name="Rounded Rectangle 94">
            <a:extLst>
              <a:ext uri="{FF2B5EF4-FFF2-40B4-BE49-F238E27FC236}">
                <a16:creationId xmlns:a16="http://schemas.microsoft.com/office/drawing/2014/main" id="{3399DC6D-D672-4ED7-0BC7-B0ACD628B866}"/>
              </a:ext>
            </a:extLst>
          </p:cNvPr>
          <p:cNvSpPr/>
          <p:nvPr/>
        </p:nvSpPr>
        <p:spPr>
          <a:xfrm>
            <a:off x="5556000" y="6394684"/>
            <a:ext cx="1080000" cy="2880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1600" dirty="0">
                <a:solidFill>
                  <a:srgbClr val="66707F"/>
                </a:solidFill>
                <a:latin typeface="Meiryo"/>
                <a:ea typeface="メイリオ"/>
              </a:rPr>
              <a:t>振り返り</a:t>
            </a:r>
            <a:endParaRPr sz="1600" b="0" dirty="0">
              <a:solidFill>
                <a:srgbClr val="66707F"/>
              </a:solidFill>
              <a:latin typeface="Meiryo"/>
              <a:ea typeface="メイリオ"/>
            </a:endParaRPr>
          </a:p>
        </p:txBody>
      </p:sp>
      <p:sp>
        <p:nvSpPr>
          <p:cNvPr id="57" name="Rounded Rectangle 93">
            <a:extLst>
              <a:ext uri="{FF2B5EF4-FFF2-40B4-BE49-F238E27FC236}">
                <a16:creationId xmlns:a16="http://schemas.microsoft.com/office/drawing/2014/main" id="{67925D73-2716-ADCA-9143-FE31DF5AEF1B}"/>
              </a:ext>
            </a:extLst>
          </p:cNvPr>
          <p:cNvSpPr/>
          <p:nvPr/>
        </p:nvSpPr>
        <p:spPr>
          <a:xfrm>
            <a:off x="4244759" y="6392061"/>
            <a:ext cx="1260000" cy="2880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1600" b="0" dirty="0">
                <a:solidFill>
                  <a:srgbClr val="66707F"/>
                </a:solidFill>
                <a:latin typeface="Meiryo"/>
                <a:ea typeface="メイリオ"/>
              </a:rPr>
              <a:t>研究の前提</a:t>
            </a:r>
            <a:endParaRPr sz="1600" b="0" dirty="0">
              <a:solidFill>
                <a:srgbClr val="66707F"/>
              </a:solidFill>
              <a:latin typeface="Meiryo"/>
              <a:ea typeface="メイリオ"/>
            </a:endParaRPr>
          </a:p>
        </p:txBody>
      </p:sp>
      <p:sp>
        <p:nvSpPr>
          <p:cNvPr id="60" name="Rounded Rectangle 92">
            <a:extLst>
              <a:ext uri="{FF2B5EF4-FFF2-40B4-BE49-F238E27FC236}">
                <a16:creationId xmlns:a16="http://schemas.microsoft.com/office/drawing/2014/main" id="{9DA28EF1-AEA5-3F15-A569-D77CD5415574}"/>
              </a:ext>
            </a:extLst>
          </p:cNvPr>
          <p:cNvSpPr/>
          <p:nvPr/>
        </p:nvSpPr>
        <p:spPr>
          <a:xfrm>
            <a:off x="3113518" y="6392061"/>
            <a:ext cx="1080000" cy="2880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1600" dirty="0">
                <a:solidFill>
                  <a:srgbClr val="66707F"/>
                </a:solidFill>
                <a:latin typeface="Meiryo"/>
                <a:ea typeface="メイリオ"/>
              </a:rPr>
              <a:t>近況報告</a:t>
            </a:r>
            <a:endParaRPr sz="1600" b="0" dirty="0">
              <a:solidFill>
                <a:srgbClr val="66707F"/>
              </a:solidFill>
              <a:latin typeface="Meiryo"/>
              <a:ea typeface="メイリオ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Rectangle 11">
            <a:extLst>
              <a:ext uri="{FF2B5EF4-FFF2-40B4-BE49-F238E27FC236}">
                <a16:creationId xmlns:a16="http://schemas.microsoft.com/office/drawing/2014/main" id="{A7E5A0B4-FF4B-24E2-AC92-AECFD1BFEE89}"/>
              </a:ext>
            </a:extLst>
          </p:cNvPr>
          <p:cNvSpPr/>
          <p:nvPr/>
        </p:nvSpPr>
        <p:spPr>
          <a:xfrm>
            <a:off x="889000" y="1676400"/>
            <a:ext cx="1625600" cy="1371600"/>
          </a:xfrm>
          <a:prstGeom prst="rect">
            <a:avLst/>
          </a:prstGeom>
          <a:solidFill>
            <a:srgbClr val="F5F4F7"/>
          </a:solidFill>
          <a:ln w="12700">
            <a:solidFill>
              <a:srgbClr val="D8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4" name="Rectangle 17">
            <a:extLst>
              <a:ext uri="{FF2B5EF4-FFF2-40B4-BE49-F238E27FC236}">
                <a16:creationId xmlns:a16="http://schemas.microsoft.com/office/drawing/2014/main" id="{648BAAED-AF73-8F11-6F86-6D84B8027EC0}"/>
              </a:ext>
            </a:extLst>
          </p:cNvPr>
          <p:cNvSpPr/>
          <p:nvPr/>
        </p:nvSpPr>
        <p:spPr>
          <a:xfrm>
            <a:off x="2616200" y="1676400"/>
            <a:ext cx="1625600" cy="1371600"/>
          </a:xfrm>
          <a:prstGeom prst="rect">
            <a:avLst/>
          </a:prstGeom>
          <a:solidFill>
            <a:srgbClr val="F5F4F7"/>
          </a:solidFill>
          <a:ln w="12700">
            <a:solidFill>
              <a:srgbClr val="D8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8" name="Rectangle 23">
            <a:extLst>
              <a:ext uri="{FF2B5EF4-FFF2-40B4-BE49-F238E27FC236}">
                <a16:creationId xmlns:a16="http://schemas.microsoft.com/office/drawing/2014/main" id="{6CCFFFDC-6705-C2D9-9F8E-6B0599745234}"/>
              </a:ext>
            </a:extLst>
          </p:cNvPr>
          <p:cNvSpPr/>
          <p:nvPr/>
        </p:nvSpPr>
        <p:spPr>
          <a:xfrm>
            <a:off x="4343400" y="1676400"/>
            <a:ext cx="1625600" cy="1371600"/>
          </a:xfrm>
          <a:prstGeom prst="rect">
            <a:avLst/>
          </a:prstGeom>
          <a:solidFill>
            <a:srgbClr val="FCF8EF"/>
          </a:solidFill>
          <a:ln w="12700">
            <a:solidFill>
              <a:srgbClr val="F5E4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2" name="Rectangle 29">
            <a:extLst>
              <a:ext uri="{FF2B5EF4-FFF2-40B4-BE49-F238E27FC236}">
                <a16:creationId xmlns:a16="http://schemas.microsoft.com/office/drawing/2014/main" id="{1D83A7F7-BB36-62D2-E64D-AC0575AADE48}"/>
              </a:ext>
            </a:extLst>
          </p:cNvPr>
          <p:cNvSpPr/>
          <p:nvPr/>
        </p:nvSpPr>
        <p:spPr>
          <a:xfrm>
            <a:off x="6070600" y="1676400"/>
            <a:ext cx="1625600" cy="1371600"/>
          </a:xfrm>
          <a:prstGeom prst="rect">
            <a:avLst/>
          </a:prstGeom>
          <a:solidFill>
            <a:srgbClr val="FAF1F0"/>
          </a:solidFill>
          <a:ln w="12700">
            <a:solidFill>
              <a:srgbClr val="ECC3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7" name="Rectangle 35">
            <a:extLst>
              <a:ext uri="{FF2B5EF4-FFF2-40B4-BE49-F238E27FC236}">
                <a16:creationId xmlns:a16="http://schemas.microsoft.com/office/drawing/2014/main" id="{55755C35-77A7-707E-E9D6-14149ED98C6B}"/>
              </a:ext>
            </a:extLst>
          </p:cNvPr>
          <p:cNvSpPr/>
          <p:nvPr/>
        </p:nvSpPr>
        <p:spPr>
          <a:xfrm>
            <a:off x="7797800" y="1676400"/>
            <a:ext cx="1625600" cy="1371600"/>
          </a:xfrm>
          <a:prstGeom prst="rect">
            <a:avLst/>
          </a:prstGeom>
          <a:solidFill>
            <a:srgbClr val="FCF8EF"/>
          </a:solidFill>
          <a:ln w="12700">
            <a:solidFill>
              <a:srgbClr val="F5E4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0" name="Rectangle 41">
            <a:extLst>
              <a:ext uri="{FF2B5EF4-FFF2-40B4-BE49-F238E27FC236}">
                <a16:creationId xmlns:a16="http://schemas.microsoft.com/office/drawing/2014/main" id="{A18F1E6B-A57E-B037-FAF3-FF1E1B5BF969}"/>
              </a:ext>
            </a:extLst>
          </p:cNvPr>
          <p:cNvSpPr/>
          <p:nvPr/>
        </p:nvSpPr>
        <p:spPr>
          <a:xfrm>
            <a:off x="9525000" y="1676400"/>
            <a:ext cx="1625600" cy="1371600"/>
          </a:xfrm>
          <a:prstGeom prst="rect">
            <a:avLst/>
          </a:prstGeom>
          <a:solidFill>
            <a:srgbClr val="F0F5F3"/>
          </a:solidFill>
          <a:ln w="12700">
            <a:solidFill>
              <a:srgbClr val="C0D8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3" name="Rectangle 46">
            <a:extLst>
              <a:ext uri="{FF2B5EF4-FFF2-40B4-BE49-F238E27FC236}">
                <a16:creationId xmlns:a16="http://schemas.microsoft.com/office/drawing/2014/main" id="{4867898B-554E-7F77-A577-097B8D88D896}"/>
              </a:ext>
            </a:extLst>
          </p:cNvPr>
          <p:cNvSpPr/>
          <p:nvPr/>
        </p:nvSpPr>
        <p:spPr>
          <a:xfrm>
            <a:off x="889000" y="3561848"/>
            <a:ext cx="5080000" cy="2015166"/>
          </a:xfrm>
          <a:prstGeom prst="rect">
            <a:avLst/>
          </a:prstGeom>
          <a:solidFill>
            <a:srgbClr val="FCF8EF"/>
          </a:solidFill>
          <a:ln w="12700">
            <a:solidFill>
              <a:srgbClr val="F5E4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6" name="Rectangle 55">
            <a:extLst>
              <a:ext uri="{FF2B5EF4-FFF2-40B4-BE49-F238E27FC236}">
                <a16:creationId xmlns:a16="http://schemas.microsoft.com/office/drawing/2014/main" id="{92E5AA5C-571B-D5C1-C318-A50748EB3788}"/>
              </a:ext>
            </a:extLst>
          </p:cNvPr>
          <p:cNvSpPr/>
          <p:nvPr/>
        </p:nvSpPr>
        <p:spPr>
          <a:xfrm>
            <a:off x="6070600" y="3567368"/>
            <a:ext cx="5080000" cy="2015166"/>
          </a:xfrm>
          <a:prstGeom prst="rect">
            <a:avLst/>
          </a:prstGeom>
          <a:solidFill>
            <a:srgbClr val="F0F5F3"/>
          </a:solidFill>
          <a:ln w="12700">
            <a:solidFill>
              <a:srgbClr val="C0D8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E7F7A4D1-D542-F157-0BDE-AA261FE65656}"/>
              </a:ext>
            </a:extLst>
          </p:cNvPr>
          <p:cNvSpPr/>
          <p:nvPr/>
        </p:nvSpPr>
        <p:spPr>
          <a:xfrm>
            <a:off x="488325" y="0"/>
            <a:ext cx="0" cy="6858000"/>
          </a:xfrm>
          <a:prstGeom prst="line">
            <a:avLst/>
          </a:prstGeom>
          <a:ln w="19050" cap="flat">
            <a:solidFill>
              <a:srgbClr val="53476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 sz="120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579219B1-E4FE-89E0-9289-B8565ECCB299}"/>
              </a:ext>
            </a:extLst>
          </p:cNvPr>
          <p:cNvSpPr/>
          <p:nvPr/>
        </p:nvSpPr>
        <p:spPr>
          <a:xfrm flipV="1">
            <a:off x="0" y="913267"/>
            <a:ext cx="12192000" cy="0"/>
          </a:xfrm>
          <a:prstGeom prst="line">
            <a:avLst/>
          </a:prstGeom>
          <a:ln w="19050" cap="flat">
            <a:solidFill>
              <a:srgbClr val="53476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 sz="1200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6D0C2C85-88BB-4106-DBAB-B3B8415F90E5}"/>
              </a:ext>
            </a:extLst>
          </p:cNvPr>
          <p:cNvGrpSpPr/>
          <p:nvPr/>
        </p:nvGrpSpPr>
        <p:grpSpPr>
          <a:xfrm>
            <a:off x="347001" y="411790"/>
            <a:ext cx="591239" cy="89687"/>
            <a:chOff x="0" y="0"/>
            <a:chExt cx="233576" cy="35432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F5A46D58-67C4-AC89-2F6C-C220D37368C0}"/>
                </a:ext>
              </a:extLst>
            </p:cNvPr>
            <p:cNvSpPr/>
            <p:nvPr/>
          </p:nvSpPr>
          <p:spPr>
            <a:xfrm>
              <a:off x="0" y="0"/>
              <a:ext cx="233576" cy="35432"/>
            </a:xfrm>
            <a:custGeom>
              <a:avLst/>
              <a:gdLst/>
              <a:ahLst/>
              <a:cxnLst/>
              <a:rect l="l" t="t" r="r" b="b"/>
              <a:pathLst>
                <a:path w="233576" h="35432">
                  <a:moveTo>
                    <a:pt x="0" y="0"/>
                  </a:moveTo>
                  <a:lnTo>
                    <a:pt x="233576" y="0"/>
                  </a:lnTo>
                  <a:lnTo>
                    <a:pt x="233576" y="35432"/>
                  </a:lnTo>
                  <a:lnTo>
                    <a:pt x="0" y="35432"/>
                  </a:lnTo>
                  <a:close/>
                </a:path>
              </a:pathLst>
            </a:custGeom>
            <a:gradFill rotWithShape="1">
              <a:gsLst>
                <a:gs pos="0">
                  <a:srgbClr val="53476B">
                    <a:alpha val="100000"/>
                  </a:srgbClr>
                </a:gs>
                <a:gs pos="100000">
                  <a:srgbClr val="A098B0">
                    <a:alpha val="100000"/>
                  </a:srgbClr>
                </a:gs>
              </a:gsLst>
              <a:lin ang="270000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ja-JP" altLang="en-US" sz="1200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C2FBD26B-2DE4-6095-10B0-314110686C8C}"/>
                </a:ext>
              </a:extLst>
            </p:cNvPr>
            <p:cNvSpPr txBox="1"/>
            <p:nvPr/>
          </p:nvSpPr>
          <p:spPr>
            <a:xfrm>
              <a:off x="0" y="-219075"/>
              <a:ext cx="233576" cy="254507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  <a:spcBef>
                  <a:spcPct val="0"/>
                </a:spcBef>
              </a:pPr>
              <a:endParaRPr sz="1200"/>
            </a:p>
          </p:txBody>
        </p:sp>
      </p:grp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D7AFA094-A21B-3065-AD66-0D9010E866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760"/>
          </a:xfrm>
        </p:spPr>
        <p:txBody>
          <a:bodyPr/>
          <a:lstStyle/>
          <a:p>
            <a:r>
              <a:rPr kumimoji="1" lang="en-US" altLang="ja-JP"/>
              <a:t>2026/09/15</a:t>
            </a:r>
            <a:endParaRPr kumimoji="1" lang="ja-JP" altLang="en-US"/>
          </a:p>
        </p:txBody>
      </p:sp>
      <p:sp>
        <p:nvSpPr>
          <p:cNvPr id="8" name="スライド番号プレースホルダー 7">
            <a:extLst>
              <a:ext uri="{FF2B5EF4-FFF2-40B4-BE49-F238E27FC236}">
                <a16:creationId xmlns:a16="http://schemas.microsoft.com/office/drawing/2014/main" id="{611E2E67-A754-6EB1-C025-304B48141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760"/>
          </a:xfrm>
        </p:spPr>
        <p:txBody>
          <a:bodyPr/>
          <a:lstStyle/>
          <a:p>
            <a:fld id="{4E9148DC-F7ED-4428-85F4-2C78C4B0CFB7}" type="slidenum">
              <a:rPr kumimoji="1" lang="ja-JP" altLang="en-US" smtClean="0"/>
              <a:t>16</a:t>
            </a:fld>
            <a:endParaRPr kumimoji="1" lang="ja-JP" altLang="en-US"/>
          </a:p>
        </p:txBody>
      </p:sp>
      <p:sp>
        <p:nvSpPr>
          <p:cNvPr id="24" name="TextBox 13">
            <a:extLst>
              <a:ext uri="{FF2B5EF4-FFF2-40B4-BE49-F238E27FC236}">
                <a16:creationId xmlns:a16="http://schemas.microsoft.com/office/drawing/2014/main" id="{46CEA98B-6D5E-F366-3474-4B1085CBD705}"/>
              </a:ext>
            </a:extLst>
          </p:cNvPr>
          <p:cNvSpPr txBox="1"/>
          <p:nvPr/>
        </p:nvSpPr>
        <p:spPr>
          <a:xfrm>
            <a:off x="1079564" y="179367"/>
            <a:ext cx="10459293" cy="5770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546"/>
              </a:lnSpc>
            </a:pPr>
            <a:r>
              <a:rPr lang="ja-JP" altLang="en-US" sz="3200" b="1" spc="679" dirty="0">
                <a:latin typeface="メイリオ" panose="020B0604030504040204" pitchFamily="50" charset="-128"/>
                <a:ea typeface="メイリオ" panose="020B0604030504040204" pitchFamily="50" charset="-128"/>
                <a:cs typeface="Noto Sans JP Medium"/>
                <a:sym typeface="Noto Sans JP Medium"/>
              </a:rPr>
              <a:t>収録の流れ</a:t>
            </a:r>
            <a:endParaRPr lang="en-US" sz="3200" b="1" spc="679" dirty="0">
              <a:latin typeface="メイリオ" panose="020B0604030504040204" pitchFamily="50" charset="-128"/>
              <a:ea typeface="メイリオ" panose="020B0604030504040204" pitchFamily="50" charset="-128"/>
              <a:cs typeface="Noto Sans JP Medium"/>
              <a:sym typeface="Noto Sans JP Medium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5B1D81F-DD80-576B-A711-66608C166238}"/>
              </a:ext>
            </a:extLst>
          </p:cNvPr>
          <p:cNvSpPr txBox="1"/>
          <p:nvPr/>
        </p:nvSpPr>
        <p:spPr>
          <a:xfrm>
            <a:off x="889000" y="1270000"/>
            <a:ext cx="10414000" cy="271869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600" b="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1</a:t>
            </a:r>
            <a:r>
              <a:rPr lang="ja-JP" altLang="en-US" sz="1600" b="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地点</a:t>
            </a:r>
            <a:r>
              <a:rPr sz="1600" b="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あたり6つの手順。この骨格</a:t>
            </a:r>
            <a:r>
              <a:rPr lang="ja-JP" altLang="en-US" sz="1600" b="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は</a:t>
            </a:r>
            <a:r>
              <a:rPr sz="1600" b="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全地点で共通。④だけを通るたびに繰り返す。</a:t>
            </a:r>
          </a:p>
        </p:txBody>
      </p:sp>
      <p:sp>
        <p:nvSpPr>
          <p:cNvPr id="17" name="TextBox 13">
            <a:extLst>
              <a:ext uri="{FF2B5EF4-FFF2-40B4-BE49-F238E27FC236}">
                <a16:creationId xmlns:a16="http://schemas.microsoft.com/office/drawing/2014/main" id="{B0AA2F36-DB14-FA93-7D3C-7428DAE5F9E3}"/>
              </a:ext>
            </a:extLst>
          </p:cNvPr>
          <p:cNvSpPr txBox="1"/>
          <p:nvPr/>
        </p:nvSpPr>
        <p:spPr>
          <a:xfrm>
            <a:off x="1041400" y="1800161"/>
            <a:ext cx="1320800" cy="302647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b="1" dirty="0">
                <a:solidFill>
                  <a:srgbClr val="7E6F98"/>
                </a:solidFill>
                <a:latin typeface="Meiryo"/>
                <a:ea typeface="メイリオ"/>
              </a:rPr>
              <a:t>① </a:t>
            </a:r>
            <a:r>
              <a:rPr b="1" dirty="0" err="1">
                <a:solidFill>
                  <a:srgbClr val="7E6F98"/>
                </a:solidFill>
                <a:latin typeface="Meiryo"/>
                <a:ea typeface="メイリオ"/>
              </a:rPr>
              <a:t>前日</a:t>
            </a:r>
            <a:endParaRPr b="1" dirty="0">
              <a:solidFill>
                <a:srgbClr val="7E6F98"/>
              </a:solidFill>
              <a:latin typeface="Meiryo"/>
              <a:ea typeface="メイリオ"/>
            </a:endParaRPr>
          </a:p>
        </p:txBody>
      </p:sp>
      <p:sp>
        <p:nvSpPr>
          <p:cNvPr id="19" name="TextBox 14">
            <a:extLst>
              <a:ext uri="{FF2B5EF4-FFF2-40B4-BE49-F238E27FC236}">
                <a16:creationId xmlns:a16="http://schemas.microsoft.com/office/drawing/2014/main" id="{FE8385C2-0799-C2E3-629A-5601138CF19E}"/>
              </a:ext>
            </a:extLst>
          </p:cNvPr>
          <p:cNvSpPr txBox="1"/>
          <p:nvPr/>
        </p:nvSpPr>
        <p:spPr>
          <a:xfrm>
            <a:off x="1041400" y="2108200"/>
            <a:ext cx="1320800" cy="21031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200" b="0" dirty="0">
                <a:solidFill>
                  <a:srgbClr val="8A8F9A"/>
                </a:solidFill>
                <a:latin typeface="Meiryo"/>
                <a:ea typeface="メイリオ"/>
              </a:rPr>
              <a:t>15分</a:t>
            </a:r>
          </a:p>
        </p:txBody>
      </p:sp>
      <p:sp>
        <p:nvSpPr>
          <p:cNvPr id="21" name="TextBox 15">
            <a:extLst>
              <a:ext uri="{FF2B5EF4-FFF2-40B4-BE49-F238E27FC236}">
                <a16:creationId xmlns:a16="http://schemas.microsoft.com/office/drawing/2014/main" id="{FEA810DE-591B-2CEC-5E34-AD7C98FFA681}"/>
              </a:ext>
            </a:extLst>
          </p:cNvPr>
          <p:cNvSpPr txBox="1"/>
          <p:nvPr/>
        </p:nvSpPr>
        <p:spPr>
          <a:xfrm>
            <a:off x="1041400" y="2387600"/>
            <a:ext cx="1320800" cy="49193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設定を家で</a:t>
            </a:r>
            <a:endParaRPr lang="en-US" sz="1200" b="0" dirty="0">
              <a:solidFill>
                <a:schemeClr val="tx1">
                  <a:lumMod val="95000"/>
                  <a:lumOff val="5000"/>
                </a:schemeClr>
              </a:solidFill>
              <a:latin typeface="Meiryo"/>
              <a:ea typeface="メイリオ"/>
            </a:endParaRPr>
          </a:p>
          <a:p>
            <a:pPr algn="l">
              <a:lnSpc>
                <a:spcPct val="130000"/>
              </a:lnSpc>
            </a:pPr>
            <a:r>
              <a:rPr sz="1200" b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全部固定する</a:t>
            </a:r>
            <a:endParaRPr sz="1200" b="0" dirty="0">
              <a:solidFill>
                <a:schemeClr val="tx1">
                  <a:lumMod val="95000"/>
                  <a:lumOff val="5000"/>
                </a:schemeClr>
              </a:solidFill>
              <a:latin typeface="Meiryo"/>
              <a:ea typeface="メイリオ"/>
            </a:endParaRPr>
          </a:p>
        </p:txBody>
      </p:sp>
      <p:sp>
        <p:nvSpPr>
          <p:cNvPr id="23" name="TextBox 16">
            <a:extLst>
              <a:ext uri="{FF2B5EF4-FFF2-40B4-BE49-F238E27FC236}">
                <a16:creationId xmlns:a16="http://schemas.microsoft.com/office/drawing/2014/main" id="{353A2269-033A-CD89-3AFE-AA3809AD2D65}"/>
              </a:ext>
            </a:extLst>
          </p:cNvPr>
          <p:cNvSpPr txBox="1"/>
          <p:nvPr/>
        </p:nvSpPr>
        <p:spPr>
          <a:xfrm>
            <a:off x="2499139" y="2235200"/>
            <a:ext cx="177800" cy="302647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b="0" dirty="0">
                <a:solidFill>
                  <a:srgbClr val="8A8F9A"/>
                </a:solidFill>
                <a:latin typeface="Meiryo"/>
                <a:ea typeface="メイリオ"/>
              </a:rPr>
              <a:t>›</a:t>
            </a:r>
          </a:p>
        </p:txBody>
      </p:sp>
      <p:sp>
        <p:nvSpPr>
          <p:cNvPr id="32" name="TextBox 19">
            <a:extLst>
              <a:ext uri="{FF2B5EF4-FFF2-40B4-BE49-F238E27FC236}">
                <a16:creationId xmlns:a16="http://schemas.microsoft.com/office/drawing/2014/main" id="{B5DCB747-A62A-8AD7-ECAD-2A970929CB40}"/>
              </a:ext>
            </a:extLst>
          </p:cNvPr>
          <p:cNvSpPr txBox="1"/>
          <p:nvPr/>
        </p:nvSpPr>
        <p:spPr>
          <a:xfrm>
            <a:off x="2768600" y="1800161"/>
            <a:ext cx="1320800" cy="302647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b="1">
                <a:solidFill>
                  <a:srgbClr val="7E6F98"/>
                </a:solidFill>
                <a:latin typeface="Meiryo"/>
                <a:ea typeface="メイリオ"/>
              </a:rPr>
              <a:t>② 到着</a:t>
            </a:r>
          </a:p>
        </p:txBody>
      </p:sp>
      <p:sp>
        <p:nvSpPr>
          <p:cNvPr id="35" name="TextBox 20">
            <a:extLst>
              <a:ext uri="{FF2B5EF4-FFF2-40B4-BE49-F238E27FC236}">
                <a16:creationId xmlns:a16="http://schemas.microsoft.com/office/drawing/2014/main" id="{4282D225-592A-2F3F-184B-7980470B3926}"/>
              </a:ext>
            </a:extLst>
          </p:cNvPr>
          <p:cNvSpPr txBox="1"/>
          <p:nvPr/>
        </p:nvSpPr>
        <p:spPr>
          <a:xfrm>
            <a:off x="2768600" y="2108200"/>
            <a:ext cx="1320800" cy="21031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200" b="0">
                <a:solidFill>
                  <a:srgbClr val="8A8F9A"/>
                </a:solidFill>
                <a:latin typeface="Meiryo"/>
                <a:ea typeface="メイリオ"/>
              </a:rPr>
              <a:t>2分</a:t>
            </a:r>
          </a:p>
        </p:txBody>
      </p:sp>
      <p:sp>
        <p:nvSpPr>
          <p:cNvPr id="38" name="TextBox 21">
            <a:extLst>
              <a:ext uri="{FF2B5EF4-FFF2-40B4-BE49-F238E27FC236}">
                <a16:creationId xmlns:a16="http://schemas.microsoft.com/office/drawing/2014/main" id="{3378ACB2-6395-9375-67A0-52CCE46986AE}"/>
              </a:ext>
            </a:extLst>
          </p:cNvPr>
          <p:cNvSpPr txBox="1"/>
          <p:nvPr/>
        </p:nvSpPr>
        <p:spPr>
          <a:xfrm>
            <a:off x="2768600" y="2387600"/>
            <a:ext cx="1320800" cy="49149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定位置に立つ</a:t>
            </a:r>
          </a:p>
          <a:p>
            <a:pPr algn="l"/>
            <a:r>
              <a:rPr sz="1200" b="0">
                <a:latin typeface="Meiryo"/>
                <a:ea typeface="メイリオ"/>
              </a:rPr>
              <a:t>水準器を確認</a:t>
            </a:r>
          </a:p>
        </p:txBody>
      </p:sp>
      <p:sp>
        <p:nvSpPr>
          <p:cNvPr id="40" name="TextBox 22">
            <a:extLst>
              <a:ext uri="{FF2B5EF4-FFF2-40B4-BE49-F238E27FC236}">
                <a16:creationId xmlns:a16="http://schemas.microsoft.com/office/drawing/2014/main" id="{1075A882-2F20-BA3E-ABF5-328C52E74CB8}"/>
              </a:ext>
            </a:extLst>
          </p:cNvPr>
          <p:cNvSpPr txBox="1"/>
          <p:nvPr/>
        </p:nvSpPr>
        <p:spPr>
          <a:xfrm>
            <a:off x="4226339" y="2235200"/>
            <a:ext cx="177800" cy="302647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b="0" dirty="0">
                <a:solidFill>
                  <a:srgbClr val="8A8F9A"/>
                </a:solidFill>
                <a:latin typeface="Meiryo"/>
                <a:ea typeface="メイリオ"/>
              </a:rPr>
              <a:t>›</a:t>
            </a:r>
          </a:p>
        </p:txBody>
      </p:sp>
      <p:sp>
        <p:nvSpPr>
          <p:cNvPr id="47" name="TextBox 25">
            <a:extLst>
              <a:ext uri="{FF2B5EF4-FFF2-40B4-BE49-F238E27FC236}">
                <a16:creationId xmlns:a16="http://schemas.microsoft.com/office/drawing/2014/main" id="{B7D8F057-247F-4CD2-FB8E-B22837FD83E6}"/>
              </a:ext>
            </a:extLst>
          </p:cNvPr>
          <p:cNvSpPr txBox="1"/>
          <p:nvPr/>
        </p:nvSpPr>
        <p:spPr>
          <a:xfrm>
            <a:off x="4495800" y="1800161"/>
            <a:ext cx="1320800" cy="302647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b="1" dirty="0">
                <a:solidFill>
                  <a:srgbClr val="E0A526"/>
                </a:solidFill>
                <a:latin typeface="Meiryo"/>
                <a:ea typeface="メイリオ"/>
              </a:rPr>
              <a:t>③ </a:t>
            </a:r>
            <a:r>
              <a:rPr b="1" dirty="0" err="1">
                <a:solidFill>
                  <a:srgbClr val="E0A526"/>
                </a:solidFill>
                <a:latin typeface="Meiryo"/>
                <a:ea typeface="メイリオ"/>
              </a:rPr>
              <a:t>儀式</a:t>
            </a:r>
            <a:endParaRPr b="1" dirty="0">
              <a:solidFill>
                <a:srgbClr val="E0A526"/>
              </a:solidFill>
              <a:latin typeface="Meiryo"/>
              <a:ea typeface="メイリオ"/>
            </a:endParaRPr>
          </a:p>
        </p:txBody>
      </p:sp>
      <p:sp>
        <p:nvSpPr>
          <p:cNvPr id="49" name="TextBox 26">
            <a:extLst>
              <a:ext uri="{FF2B5EF4-FFF2-40B4-BE49-F238E27FC236}">
                <a16:creationId xmlns:a16="http://schemas.microsoft.com/office/drawing/2014/main" id="{C0323F44-DE27-C0FB-8DD1-13C3AA76FD0A}"/>
              </a:ext>
            </a:extLst>
          </p:cNvPr>
          <p:cNvSpPr txBox="1"/>
          <p:nvPr/>
        </p:nvSpPr>
        <p:spPr>
          <a:xfrm>
            <a:off x="4495800" y="2108200"/>
            <a:ext cx="1320800" cy="21031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200" b="0">
                <a:solidFill>
                  <a:srgbClr val="8A8F9A"/>
                </a:solidFill>
                <a:latin typeface="Meiryo"/>
                <a:ea typeface="メイリオ"/>
              </a:rPr>
              <a:t>60秒</a:t>
            </a:r>
          </a:p>
        </p:txBody>
      </p:sp>
      <p:sp>
        <p:nvSpPr>
          <p:cNvPr id="52" name="TextBox 27">
            <a:extLst>
              <a:ext uri="{FF2B5EF4-FFF2-40B4-BE49-F238E27FC236}">
                <a16:creationId xmlns:a16="http://schemas.microsoft.com/office/drawing/2014/main" id="{3386832C-AA11-AFB7-8683-AC95796A635B}"/>
              </a:ext>
            </a:extLst>
          </p:cNvPr>
          <p:cNvSpPr txBox="1"/>
          <p:nvPr/>
        </p:nvSpPr>
        <p:spPr>
          <a:xfrm>
            <a:off x="4495800" y="2387600"/>
            <a:ext cx="1320800" cy="49193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騒音計と並べて</a:t>
            </a:r>
          </a:p>
          <a:p>
            <a:pPr algn="l"/>
            <a:r>
              <a:rPr sz="1200" b="0">
                <a:latin typeface="Meiryo"/>
                <a:ea typeface="メイリオ"/>
              </a:rPr>
              <a:t>無言で60秒</a:t>
            </a:r>
          </a:p>
        </p:txBody>
      </p:sp>
      <p:sp>
        <p:nvSpPr>
          <p:cNvPr id="54" name="TextBox 28">
            <a:extLst>
              <a:ext uri="{FF2B5EF4-FFF2-40B4-BE49-F238E27FC236}">
                <a16:creationId xmlns:a16="http://schemas.microsoft.com/office/drawing/2014/main" id="{6F817B14-B3F5-4609-E868-3BFFEBE75FEB}"/>
              </a:ext>
            </a:extLst>
          </p:cNvPr>
          <p:cNvSpPr txBox="1"/>
          <p:nvPr/>
        </p:nvSpPr>
        <p:spPr>
          <a:xfrm>
            <a:off x="5953539" y="2235200"/>
            <a:ext cx="177800" cy="302647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b="0" dirty="0">
                <a:solidFill>
                  <a:srgbClr val="8A8F9A"/>
                </a:solidFill>
                <a:latin typeface="Meiryo"/>
                <a:ea typeface="メイリオ"/>
              </a:rPr>
              <a:t>›</a:t>
            </a:r>
          </a:p>
        </p:txBody>
      </p:sp>
      <p:sp>
        <p:nvSpPr>
          <p:cNvPr id="60" name="TextBox 31">
            <a:extLst>
              <a:ext uri="{FF2B5EF4-FFF2-40B4-BE49-F238E27FC236}">
                <a16:creationId xmlns:a16="http://schemas.microsoft.com/office/drawing/2014/main" id="{469F6E32-24B4-FDB6-8FAE-8F24BC823D5F}"/>
              </a:ext>
            </a:extLst>
          </p:cNvPr>
          <p:cNvSpPr txBox="1"/>
          <p:nvPr/>
        </p:nvSpPr>
        <p:spPr>
          <a:xfrm>
            <a:off x="6223000" y="1800161"/>
            <a:ext cx="1320800" cy="302647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b="1">
                <a:solidFill>
                  <a:srgbClr val="C0392B"/>
                </a:solidFill>
                <a:latin typeface="Meiryo"/>
                <a:ea typeface="メイリオ"/>
              </a:rPr>
              <a:t>④ 本番</a:t>
            </a:r>
          </a:p>
        </p:txBody>
      </p:sp>
      <p:sp>
        <p:nvSpPr>
          <p:cNvPr id="62" name="TextBox 32">
            <a:extLst>
              <a:ext uri="{FF2B5EF4-FFF2-40B4-BE49-F238E27FC236}">
                <a16:creationId xmlns:a16="http://schemas.microsoft.com/office/drawing/2014/main" id="{6C864EB8-2659-AC35-8779-976BD0C9DA6C}"/>
              </a:ext>
            </a:extLst>
          </p:cNvPr>
          <p:cNvSpPr txBox="1"/>
          <p:nvPr/>
        </p:nvSpPr>
        <p:spPr>
          <a:xfrm>
            <a:off x="6223000" y="2108200"/>
            <a:ext cx="1320800" cy="21031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200" b="0" dirty="0">
                <a:solidFill>
                  <a:srgbClr val="8A8F9A"/>
                </a:solidFill>
                <a:latin typeface="Meiryo"/>
                <a:ea typeface="メイリオ"/>
              </a:rPr>
              <a:t>20〜30秒</a:t>
            </a:r>
            <a:r>
              <a:rPr lang="en-US" sz="1200" b="0" dirty="0">
                <a:solidFill>
                  <a:srgbClr val="8A8F9A"/>
                </a:solidFill>
                <a:latin typeface="Meiryo"/>
                <a:ea typeface="メイリオ"/>
              </a:rPr>
              <a:t> </a:t>
            </a:r>
            <a:r>
              <a:rPr lang="en-US" altLang="ja-JP" sz="1200" b="0" dirty="0">
                <a:solidFill>
                  <a:srgbClr val="8A8F9A"/>
                </a:solidFill>
                <a:latin typeface="Meiryo"/>
                <a:ea typeface="メイリオ"/>
              </a:rPr>
              <a:t>× n</a:t>
            </a:r>
            <a:endParaRPr sz="1200" b="0" dirty="0">
              <a:solidFill>
                <a:srgbClr val="8A8F9A"/>
              </a:solidFill>
              <a:latin typeface="Meiryo"/>
              <a:ea typeface="メイリオ"/>
            </a:endParaRPr>
          </a:p>
        </p:txBody>
      </p:sp>
      <p:sp>
        <p:nvSpPr>
          <p:cNvPr id="64" name="TextBox 33">
            <a:extLst>
              <a:ext uri="{FF2B5EF4-FFF2-40B4-BE49-F238E27FC236}">
                <a16:creationId xmlns:a16="http://schemas.microsoft.com/office/drawing/2014/main" id="{9AEB603F-AA7F-327C-DAB8-7D82AE094224}"/>
              </a:ext>
            </a:extLst>
          </p:cNvPr>
          <p:cNvSpPr txBox="1"/>
          <p:nvPr/>
        </p:nvSpPr>
        <p:spPr>
          <a:xfrm>
            <a:off x="6223000" y="2387600"/>
            <a:ext cx="1320800" cy="49193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無言で待つ</a:t>
            </a:r>
            <a:endParaRPr lang="en-US" sz="1200" b="0" dirty="0">
              <a:solidFill>
                <a:schemeClr val="tx1">
                  <a:lumMod val="95000"/>
                  <a:lumOff val="5000"/>
                </a:schemeClr>
              </a:solidFill>
              <a:latin typeface="Meiryo"/>
              <a:ea typeface="メイリオ"/>
            </a:endParaRPr>
          </a:p>
          <a:p>
            <a:pPr algn="l">
              <a:lnSpc>
                <a:spcPct val="130000"/>
              </a:lnSpc>
            </a:pPr>
            <a:r>
              <a:rPr sz="1200" b="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1通過＝1テイク</a:t>
            </a:r>
          </a:p>
        </p:txBody>
      </p:sp>
      <p:sp>
        <p:nvSpPr>
          <p:cNvPr id="66" name="TextBox 34">
            <a:extLst>
              <a:ext uri="{FF2B5EF4-FFF2-40B4-BE49-F238E27FC236}">
                <a16:creationId xmlns:a16="http://schemas.microsoft.com/office/drawing/2014/main" id="{C058BEEE-BF3C-CC38-0C6D-8959D43395B8}"/>
              </a:ext>
            </a:extLst>
          </p:cNvPr>
          <p:cNvSpPr txBox="1"/>
          <p:nvPr/>
        </p:nvSpPr>
        <p:spPr>
          <a:xfrm>
            <a:off x="7680739" y="2235200"/>
            <a:ext cx="177800" cy="302647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b="0" dirty="0">
                <a:solidFill>
                  <a:srgbClr val="8A8F9A"/>
                </a:solidFill>
                <a:latin typeface="Meiryo"/>
                <a:ea typeface="メイリオ"/>
              </a:rPr>
              <a:t>›</a:t>
            </a:r>
          </a:p>
        </p:txBody>
      </p:sp>
      <p:sp>
        <p:nvSpPr>
          <p:cNvPr id="72" name="TextBox 37">
            <a:extLst>
              <a:ext uri="{FF2B5EF4-FFF2-40B4-BE49-F238E27FC236}">
                <a16:creationId xmlns:a16="http://schemas.microsoft.com/office/drawing/2014/main" id="{CCC8FB24-B5D9-1957-06BE-3547174B02F4}"/>
              </a:ext>
            </a:extLst>
          </p:cNvPr>
          <p:cNvSpPr txBox="1"/>
          <p:nvPr/>
        </p:nvSpPr>
        <p:spPr>
          <a:xfrm>
            <a:off x="7950200" y="1800161"/>
            <a:ext cx="1320800" cy="302647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b="1">
                <a:solidFill>
                  <a:srgbClr val="E0A526"/>
                </a:solidFill>
                <a:latin typeface="Meiryo"/>
                <a:ea typeface="メイリオ"/>
              </a:rPr>
              <a:t>⑤ 直後</a:t>
            </a:r>
          </a:p>
        </p:txBody>
      </p:sp>
      <p:sp>
        <p:nvSpPr>
          <p:cNvPr id="74" name="TextBox 38">
            <a:extLst>
              <a:ext uri="{FF2B5EF4-FFF2-40B4-BE49-F238E27FC236}">
                <a16:creationId xmlns:a16="http://schemas.microsoft.com/office/drawing/2014/main" id="{52D03E57-FC9B-C4AA-AA15-D9A0D15FEF67}"/>
              </a:ext>
            </a:extLst>
          </p:cNvPr>
          <p:cNvSpPr txBox="1"/>
          <p:nvPr/>
        </p:nvSpPr>
        <p:spPr>
          <a:xfrm>
            <a:off x="7950200" y="2108200"/>
            <a:ext cx="1320800" cy="21031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200" b="0">
                <a:solidFill>
                  <a:srgbClr val="8A8F9A"/>
                </a:solidFill>
                <a:latin typeface="Meiryo"/>
                <a:ea typeface="メイリオ"/>
              </a:rPr>
              <a:t>30秒</a:t>
            </a:r>
          </a:p>
        </p:txBody>
      </p:sp>
      <p:sp>
        <p:nvSpPr>
          <p:cNvPr id="76" name="TextBox 39">
            <a:extLst>
              <a:ext uri="{FF2B5EF4-FFF2-40B4-BE49-F238E27FC236}">
                <a16:creationId xmlns:a16="http://schemas.microsoft.com/office/drawing/2014/main" id="{0E16B9B8-D778-DF49-39F8-87113DFFA33C}"/>
              </a:ext>
            </a:extLst>
          </p:cNvPr>
          <p:cNvSpPr txBox="1"/>
          <p:nvPr/>
        </p:nvSpPr>
        <p:spPr>
          <a:xfrm>
            <a:off x="7950200" y="2387600"/>
            <a:ext cx="1320800" cy="49193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5秒待って停止</a:t>
            </a:r>
            <a:endParaRPr lang="en-US" sz="1200" b="0" dirty="0">
              <a:solidFill>
                <a:schemeClr val="tx1">
                  <a:lumMod val="95000"/>
                  <a:lumOff val="5000"/>
                </a:schemeClr>
              </a:solidFill>
              <a:latin typeface="Meiryo"/>
              <a:ea typeface="メイリオ"/>
            </a:endParaRPr>
          </a:p>
          <a:p>
            <a:pPr algn="l">
              <a:lnSpc>
                <a:spcPct val="130000"/>
              </a:lnSpc>
            </a:pPr>
            <a:r>
              <a:rPr sz="1200" b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スマホに手打ち</a:t>
            </a:r>
            <a:endParaRPr sz="1200" b="0" dirty="0">
              <a:solidFill>
                <a:schemeClr val="tx1">
                  <a:lumMod val="95000"/>
                  <a:lumOff val="5000"/>
                </a:schemeClr>
              </a:solidFill>
              <a:latin typeface="Meiryo"/>
              <a:ea typeface="メイリオ"/>
            </a:endParaRPr>
          </a:p>
        </p:txBody>
      </p:sp>
      <p:sp>
        <p:nvSpPr>
          <p:cNvPr id="78" name="TextBox 40">
            <a:extLst>
              <a:ext uri="{FF2B5EF4-FFF2-40B4-BE49-F238E27FC236}">
                <a16:creationId xmlns:a16="http://schemas.microsoft.com/office/drawing/2014/main" id="{90B575F0-C347-6132-121E-C01D610B7A5A}"/>
              </a:ext>
            </a:extLst>
          </p:cNvPr>
          <p:cNvSpPr txBox="1"/>
          <p:nvPr/>
        </p:nvSpPr>
        <p:spPr>
          <a:xfrm>
            <a:off x="9407939" y="2235200"/>
            <a:ext cx="177800" cy="302647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b="0" dirty="0">
                <a:solidFill>
                  <a:srgbClr val="8A8F9A"/>
                </a:solidFill>
                <a:latin typeface="Meiryo"/>
                <a:ea typeface="メイリオ"/>
              </a:rPr>
              <a:t>›</a:t>
            </a:r>
          </a:p>
        </p:txBody>
      </p:sp>
      <p:sp>
        <p:nvSpPr>
          <p:cNvPr id="84" name="TextBox 43">
            <a:extLst>
              <a:ext uri="{FF2B5EF4-FFF2-40B4-BE49-F238E27FC236}">
                <a16:creationId xmlns:a16="http://schemas.microsoft.com/office/drawing/2014/main" id="{09BEFFE0-4801-308B-9001-760A2C383816}"/>
              </a:ext>
            </a:extLst>
          </p:cNvPr>
          <p:cNvSpPr txBox="1"/>
          <p:nvPr/>
        </p:nvSpPr>
        <p:spPr>
          <a:xfrm>
            <a:off x="9677400" y="1800161"/>
            <a:ext cx="1320800" cy="302647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b="1">
                <a:solidFill>
                  <a:srgbClr val="2E7D5B"/>
                </a:solidFill>
                <a:latin typeface="Meiryo"/>
                <a:ea typeface="メイリオ"/>
              </a:rPr>
              <a:t>⑥ 確認</a:t>
            </a:r>
          </a:p>
        </p:txBody>
      </p:sp>
      <p:sp>
        <p:nvSpPr>
          <p:cNvPr id="86" name="TextBox 44">
            <a:extLst>
              <a:ext uri="{FF2B5EF4-FFF2-40B4-BE49-F238E27FC236}">
                <a16:creationId xmlns:a16="http://schemas.microsoft.com/office/drawing/2014/main" id="{DA39E0F0-7304-9D34-A197-6A3B8F27854B}"/>
              </a:ext>
            </a:extLst>
          </p:cNvPr>
          <p:cNvSpPr txBox="1"/>
          <p:nvPr/>
        </p:nvSpPr>
        <p:spPr>
          <a:xfrm>
            <a:off x="9677400" y="2108200"/>
            <a:ext cx="1320800" cy="21031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200" b="0">
                <a:solidFill>
                  <a:srgbClr val="8A8F9A"/>
                </a:solidFill>
                <a:latin typeface="Meiryo"/>
                <a:ea typeface="メイリオ"/>
              </a:rPr>
              <a:t>5分</a:t>
            </a:r>
          </a:p>
        </p:txBody>
      </p:sp>
      <p:sp>
        <p:nvSpPr>
          <p:cNvPr id="88" name="TextBox 45">
            <a:extLst>
              <a:ext uri="{FF2B5EF4-FFF2-40B4-BE49-F238E27FC236}">
                <a16:creationId xmlns:a16="http://schemas.microsoft.com/office/drawing/2014/main" id="{AC694EF9-7D11-D8F5-7AFD-0A56E27A5680}"/>
              </a:ext>
            </a:extLst>
          </p:cNvPr>
          <p:cNvSpPr txBox="1"/>
          <p:nvPr/>
        </p:nvSpPr>
        <p:spPr>
          <a:xfrm>
            <a:off x="9677400" y="2387600"/>
            <a:ext cx="1320800" cy="49193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その場で再生して品質確認</a:t>
            </a:r>
          </a:p>
        </p:txBody>
      </p:sp>
      <p:sp>
        <p:nvSpPr>
          <p:cNvPr id="94" name="TextBox 48">
            <a:extLst>
              <a:ext uri="{FF2B5EF4-FFF2-40B4-BE49-F238E27FC236}">
                <a16:creationId xmlns:a16="http://schemas.microsoft.com/office/drawing/2014/main" id="{AF77137C-0B24-2B14-3F17-F3A7A64FCEDE}"/>
              </a:ext>
            </a:extLst>
          </p:cNvPr>
          <p:cNvSpPr txBox="1"/>
          <p:nvPr/>
        </p:nvSpPr>
        <p:spPr>
          <a:xfrm>
            <a:off x="1079564" y="3689057"/>
            <a:ext cx="4673600" cy="302647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b="1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③ </a:t>
            </a:r>
            <a:r>
              <a:rPr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儀式 と ④ 本番のやり方</a:t>
            </a:r>
            <a:endParaRPr b="1" dirty="0">
              <a:solidFill>
                <a:schemeClr val="tx1">
                  <a:lumMod val="95000"/>
                  <a:lumOff val="5000"/>
                </a:schemeClr>
              </a:solidFill>
              <a:latin typeface="Meiryo"/>
              <a:ea typeface="メイリオ"/>
            </a:endParaRPr>
          </a:p>
        </p:txBody>
      </p:sp>
      <p:sp>
        <p:nvSpPr>
          <p:cNvPr id="96" name="Oval 49">
            <a:extLst>
              <a:ext uri="{FF2B5EF4-FFF2-40B4-BE49-F238E27FC236}">
                <a16:creationId xmlns:a16="http://schemas.microsoft.com/office/drawing/2014/main" id="{1F06897A-30A6-A69B-E886-2695705549BF}"/>
              </a:ext>
            </a:extLst>
          </p:cNvPr>
          <p:cNvSpPr/>
          <p:nvPr/>
        </p:nvSpPr>
        <p:spPr>
          <a:xfrm>
            <a:off x="1104964" y="4094352"/>
            <a:ext cx="203200" cy="203200"/>
          </a:xfrm>
          <a:prstGeom prst="ellipse">
            <a:avLst/>
          </a:prstGeom>
          <a:solidFill>
            <a:srgbClr val="E0A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0" rIns="38100" bIns="0" rtlCol="0" anchor="ctr"/>
          <a:lstStyle/>
          <a:p>
            <a:pPr algn="ctr"/>
            <a:r>
              <a:rPr sz="1050" b="1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1</a:t>
            </a:r>
          </a:p>
        </p:txBody>
      </p:sp>
      <p:sp>
        <p:nvSpPr>
          <p:cNvPr id="98" name="TextBox 50">
            <a:extLst>
              <a:ext uri="{FF2B5EF4-FFF2-40B4-BE49-F238E27FC236}">
                <a16:creationId xmlns:a16="http://schemas.microsoft.com/office/drawing/2014/main" id="{3317CC0A-BE52-3256-59B0-60BEA029F2CD}"/>
              </a:ext>
            </a:extLst>
          </p:cNvPr>
          <p:cNvSpPr txBox="1"/>
          <p:nvPr/>
        </p:nvSpPr>
        <p:spPr>
          <a:xfrm>
            <a:off x="1409764" y="3999891"/>
            <a:ext cx="4445000" cy="487313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騒音計と並べて無言で60秒</a:t>
            </a:r>
            <a:endParaRPr lang="en-US" sz="1600" b="1" dirty="0">
              <a:solidFill>
                <a:schemeClr val="tx1">
                  <a:lumMod val="95000"/>
                  <a:lumOff val="5000"/>
                </a:schemeClr>
              </a:solidFill>
              <a:latin typeface="Meiryo"/>
              <a:ea typeface="メイリオ"/>
            </a:endParaRPr>
          </a:p>
          <a:p>
            <a:pPr algn="l"/>
            <a:r>
              <a:rPr sz="1400" b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何デシベルだったかの基準を取る</a:t>
            </a:r>
            <a:endParaRPr sz="1400" b="0" dirty="0">
              <a:solidFill>
                <a:schemeClr val="tx1">
                  <a:lumMod val="95000"/>
                  <a:lumOff val="5000"/>
                </a:schemeClr>
              </a:solidFill>
              <a:latin typeface="Meiryo"/>
              <a:ea typeface="メイリオ"/>
            </a:endParaRPr>
          </a:p>
        </p:txBody>
      </p:sp>
      <p:sp>
        <p:nvSpPr>
          <p:cNvPr id="100" name="Oval 51">
            <a:extLst>
              <a:ext uri="{FF2B5EF4-FFF2-40B4-BE49-F238E27FC236}">
                <a16:creationId xmlns:a16="http://schemas.microsoft.com/office/drawing/2014/main" id="{058522A4-8F79-7C72-6DC3-768171FE393E}"/>
              </a:ext>
            </a:extLst>
          </p:cNvPr>
          <p:cNvSpPr/>
          <p:nvPr/>
        </p:nvSpPr>
        <p:spPr>
          <a:xfrm>
            <a:off x="1104964" y="4623332"/>
            <a:ext cx="203200" cy="203200"/>
          </a:xfrm>
          <a:prstGeom prst="ellipse">
            <a:avLst/>
          </a:prstGeom>
          <a:solidFill>
            <a:srgbClr val="E0A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0" rIns="38100" bIns="0" rtlCol="0" anchor="ctr"/>
          <a:lstStyle/>
          <a:p>
            <a:pPr algn="ctr"/>
            <a:r>
              <a:rPr sz="1050" b="1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2</a:t>
            </a:r>
          </a:p>
        </p:txBody>
      </p:sp>
      <p:sp>
        <p:nvSpPr>
          <p:cNvPr id="102" name="TextBox 52">
            <a:extLst>
              <a:ext uri="{FF2B5EF4-FFF2-40B4-BE49-F238E27FC236}">
                <a16:creationId xmlns:a16="http://schemas.microsoft.com/office/drawing/2014/main" id="{80D32F9A-6305-9F98-6A9D-446C5A2AD659}"/>
              </a:ext>
            </a:extLst>
          </p:cNvPr>
          <p:cNvSpPr txBox="1"/>
          <p:nvPr/>
        </p:nvSpPr>
        <p:spPr>
          <a:xfrm>
            <a:off x="1409764" y="4518420"/>
            <a:ext cx="4445000" cy="487313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初日だけ、正面で手拍子1打</a:t>
            </a:r>
            <a:endParaRPr lang="en-US" sz="1600" b="1" dirty="0">
              <a:solidFill>
                <a:schemeClr val="tx1">
                  <a:lumMod val="95000"/>
                  <a:lumOff val="5000"/>
                </a:schemeClr>
              </a:solidFill>
              <a:latin typeface="Meiryo"/>
              <a:ea typeface="メイリオ"/>
            </a:endParaRPr>
          </a:p>
          <a:p>
            <a:pPr algn="l"/>
            <a:r>
              <a:rPr sz="1400" b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マイクの正面のズレを度で読む。±10°超は補正</a:t>
            </a:r>
            <a:endParaRPr sz="1400" b="0" dirty="0">
              <a:solidFill>
                <a:schemeClr val="tx1">
                  <a:lumMod val="95000"/>
                  <a:lumOff val="5000"/>
                </a:schemeClr>
              </a:solidFill>
              <a:latin typeface="Meiryo"/>
              <a:ea typeface="メイリオ"/>
            </a:endParaRPr>
          </a:p>
        </p:txBody>
      </p:sp>
      <p:sp>
        <p:nvSpPr>
          <p:cNvPr id="104" name="Oval 53">
            <a:extLst>
              <a:ext uri="{FF2B5EF4-FFF2-40B4-BE49-F238E27FC236}">
                <a16:creationId xmlns:a16="http://schemas.microsoft.com/office/drawing/2014/main" id="{0B57BDA5-5757-42E5-70F7-A91C92DC4968}"/>
              </a:ext>
            </a:extLst>
          </p:cNvPr>
          <p:cNvSpPr/>
          <p:nvPr/>
        </p:nvSpPr>
        <p:spPr>
          <a:xfrm>
            <a:off x="1104964" y="5142373"/>
            <a:ext cx="203200" cy="203200"/>
          </a:xfrm>
          <a:prstGeom prst="ellipse">
            <a:avLst/>
          </a:prstGeom>
          <a:solidFill>
            <a:srgbClr val="E0A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0" rIns="38100" bIns="0" rtlCol="0" anchor="ctr"/>
          <a:lstStyle/>
          <a:p>
            <a:pPr algn="ctr"/>
            <a:r>
              <a:rPr sz="1050" b="1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3</a:t>
            </a:r>
          </a:p>
        </p:txBody>
      </p:sp>
      <p:sp>
        <p:nvSpPr>
          <p:cNvPr id="106" name="TextBox 54">
            <a:extLst>
              <a:ext uri="{FF2B5EF4-FFF2-40B4-BE49-F238E27FC236}">
                <a16:creationId xmlns:a16="http://schemas.microsoft.com/office/drawing/2014/main" id="{8405C874-26D6-049F-511C-B5F46065B29B}"/>
              </a:ext>
            </a:extLst>
          </p:cNvPr>
          <p:cNvSpPr txBox="1"/>
          <p:nvPr/>
        </p:nvSpPr>
        <p:spPr>
          <a:xfrm>
            <a:off x="1409764" y="5037461"/>
            <a:ext cx="4445000" cy="487313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録音とストップウォッチを同時に開始</a:t>
            </a:r>
            <a:endParaRPr lang="en-US" sz="1600" b="1" dirty="0">
              <a:solidFill>
                <a:schemeClr val="tx1">
                  <a:lumMod val="95000"/>
                  <a:lumOff val="5000"/>
                </a:schemeClr>
              </a:solidFill>
              <a:latin typeface="Meiryo"/>
              <a:ea typeface="メイリオ"/>
            </a:endParaRPr>
          </a:p>
          <a:p>
            <a:pPr algn="l"/>
            <a:r>
              <a:rPr sz="1400" b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真横に来たらラップ。声は出さない</a:t>
            </a:r>
            <a:endParaRPr sz="1400" b="0" dirty="0">
              <a:solidFill>
                <a:schemeClr val="tx1">
                  <a:lumMod val="95000"/>
                  <a:lumOff val="5000"/>
                </a:schemeClr>
              </a:solidFill>
              <a:latin typeface="Meiryo"/>
              <a:ea typeface="メイリオ"/>
            </a:endParaRPr>
          </a:p>
        </p:txBody>
      </p:sp>
      <p:sp>
        <p:nvSpPr>
          <p:cNvPr id="112" name="TextBox 57">
            <a:extLst>
              <a:ext uri="{FF2B5EF4-FFF2-40B4-BE49-F238E27FC236}">
                <a16:creationId xmlns:a16="http://schemas.microsoft.com/office/drawing/2014/main" id="{C1FE9787-8EB2-EC2C-EF6B-FE31725E7152}"/>
              </a:ext>
            </a:extLst>
          </p:cNvPr>
          <p:cNvSpPr txBox="1"/>
          <p:nvPr/>
        </p:nvSpPr>
        <p:spPr>
          <a:xfrm>
            <a:off x="6261164" y="3694577"/>
            <a:ext cx="4673600" cy="302647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帰宅後、その日のうちに</a:t>
            </a:r>
            <a:endParaRPr b="1" dirty="0">
              <a:solidFill>
                <a:schemeClr val="tx1">
                  <a:lumMod val="95000"/>
                  <a:lumOff val="5000"/>
                </a:schemeClr>
              </a:solidFill>
              <a:latin typeface="Meiryo"/>
              <a:ea typeface="メイリオ"/>
            </a:endParaRPr>
          </a:p>
        </p:txBody>
      </p:sp>
      <p:sp>
        <p:nvSpPr>
          <p:cNvPr id="116" name="TextBox 59">
            <a:extLst>
              <a:ext uri="{FF2B5EF4-FFF2-40B4-BE49-F238E27FC236}">
                <a16:creationId xmlns:a16="http://schemas.microsoft.com/office/drawing/2014/main" id="{5125846E-F0CA-FD4D-1B59-10670494F295}"/>
              </a:ext>
            </a:extLst>
          </p:cNvPr>
          <p:cNvSpPr txBox="1"/>
          <p:nvPr/>
        </p:nvSpPr>
        <p:spPr>
          <a:xfrm>
            <a:off x="6261164" y="4120097"/>
            <a:ext cx="4800600" cy="1195199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marL="171450" indent="-171450" algn="l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sz="1600" b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録音を変換し、騒音計の値で音量を較正する</a:t>
            </a:r>
            <a:endParaRPr lang="en-US" sz="1600" b="0" dirty="0">
              <a:solidFill>
                <a:schemeClr val="tx1">
                  <a:lumMod val="95000"/>
                  <a:lumOff val="5000"/>
                </a:schemeClr>
              </a:solidFill>
              <a:latin typeface="Meiryo"/>
              <a:ea typeface="メイリオ"/>
            </a:endParaRPr>
          </a:p>
          <a:p>
            <a:pPr marL="171450" indent="-171450" algn="l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ja-JP" sz="1600" b="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波形とラップから最接近を決め、10秒に切り出す</a:t>
            </a:r>
            <a:endParaRPr lang="en-US" altLang="ja-JP" sz="1600" b="0" dirty="0">
              <a:solidFill>
                <a:schemeClr val="tx1">
                  <a:lumMod val="95000"/>
                  <a:lumOff val="5000"/>
                </a:schemeClr>
              </a:solidFill>
              <a:latin typeface="Meiryo"/>
              <a:ea typeface="メイリオ"/>
            </a:endParaRPr>
          </a:p>
          <a:p>
            <a:pPr marL="171450" indent="-17145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ja-JP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スマホの表を注釈CSVにまとめる</a:t>
            </a:r>
            <a:endParaRPr lang="en-US" altLang="ja-JP" sz="1600" dirty="0">
              <a:solidFill>
                <a:schemeClr val="tx1">
                  <a:lumMod val="95000"/>
                  <a:lumOff val="5000"/>
                </a:schemeClr>
              </a:solidFill>
              <a:latin typeface="Meiryo"/>
              <a:ea typeface="メイリオ"/>
            </a:endParaRPr>
          </a:p>
          <a:p>
            <a:pPr marL="171450" indent="-17145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ja-JP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検査スクリプトで形式ミスを機械的に見つける</a:t>
            </a:r>
          </a:p>
        </p:txBody>
      </p:sp>
      <p:sp>
        <p:nvSpPr>
          <p:cNvPr id="39" name="Rounded Rectangle 97">
            <a:extLst>
              <a:ext uri="{FF2B5EF4-FFF2-40B4-BE49-F238E27FC236}">
                <a16:creationId xmlns:a16="http://schemas.microsoft.com/office/drawing/2014/main" id="{9E005D3C-925E-0290-2F91-5F6E97217776}"/>
              </a:ext>
            </a:extLst>
          </p:cNvPr>
          <p:cNvSpPr/>
          <p:nvPr/>
        </p:nvSpPr>
        <p:spPr>
          <a:xfrm>
            <a:off x="8589723" y="6392061"/>
            <a:ext cx="900000" cy="2880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dirty="0" err="1">
                <a:solidFill>
                  <a:srgbClr val="66707F"/>
                </a:solidFill>
                <a:latin typeface="Meiryo"/>
                <a:ea typeface="メイリオ"/>
              </a:rPr>
              <a:t>まとめ</a:t>
            </a:r>
            <a:endParaRPr sz="1600" b="0" dirty="0">
              <a:solidFill>
                <a:srgbClr val="66707F"/>
              </a:solidFill>
              <a:latin typeface="Meiryo"/>
              <a:ea typeface="メイリオ"/>
            </a:endParaRPr>
          </a:p>
        </p:txBody>
      </p:sp>
      <p:sp>
        <p:nvSpPr>
          <p:cNvPr id="44" name="Rounded Rectangle 96">
            <a:extLst>
              <a:ext uri="{FF2B5EF4-FFF2-40B4-BE49-F238E27FC236}">
                <a16:creationId xmlns:a16="http://schemas.microsoft.com/office/drawing/2014/main" id="{67DF633B-E304-1989-7DD2-BC5A7D6B3A34}"/>
              </a:ext>
            </a:extLst>
          </p:cNvPr>
          <p:cNvSpPr/>
          <p:nvPr/>
        </p:nvSpPr>
        <p:spPr>
          <a:xfrm>
            <a:off x="7998482" y="6392061"/>
            <a:ext cx="540000" cy="2880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1600" b="0" dirty="0">
                <a:solidFill>
                  <a:srgbClr val="66707F"/>
                </a:solidFill>
                <a:latin typeface="Meiryo"/>
                <a:ea typeface="メイリオ"/>
              </a:rPr>
              <a:t>相談</a:t>
            </a:r>
            <a:endParaRPr sz="1600" b="0" dirty="0">
              <a:solidFill>
                <a:srgbClr val="66707F"/>
              </a:solidFill>
              <a:latin typeface="Meiryo"/>
              <a:ea typeface="メイリオ"/>
            </a:endParaRPr>
          </a:p>
        </p:txBody>
      </p:sp>
      <p:sp>
        <p:nvSpPr>
          <p:cNvPr id="48" name="Rounded Rectangle 95">
            <a:extLst>
              <a:ext uri="{FF2B5EF4-FFF2-40B4-BE49-F238E27FC236}">
                <a16:creationId xmlns:a16="http://schemas.microsoft.com/office/drawing/2014/main" id="{9BF9604D-98D3-CEC3-E8C7-3A3663CA0A47}"/>
              </a:ext>
            </a:extLst>
          </p:cNvPr>
          <p:cNvSpPr/>
          <p:nvPr/>
        </p:nvSpPr>
        <p:spPr>
          <a:xfrm>
            <a:off x="6687241" y="6392995"/>
            <a:ext cx="1260000" cy="288000"/>
          </a:xfrm>
          <a:prstGeom prst="roundRect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1600" b="1" dirty="0">
                <a:solidFill>
                  <a:schemeClr val="bg1"/>
                </a:solidFill>
                <a:latin typeface="Meiryo"/>
                <a:ea typeface="メイリオ"/>
              </a:rPr>
              <a:t>実録の計画</a:t>
            </a:r>
            <a:endParaRPr sz="1600" b="1" dirty="0">
              <a:solidFill>
                <a:schemeClr val="bg1"/>
              </a:solidFill>
              <a:latin typeface="Meiryo"/>
              <a:ea typeface="メイリオ"/>
            </a:endParaRPr>
          </a:p>
        </p:txBody>
      </p:sp>
      <p:sp>
        <p:nvSpPr>
          <p:cNvPr id="53" name="Rounded Rectangle 94">
            <a:extLst>
              <a:ext uri="{FF2B5EF4-FFF2-40B4-BE49-F238E27FC236}">
                <a16:creationId xmlns:a16="http://schemas.microsoft.com/office/drawing/2014/main" id="{BE824B94-C91C-9E19-155E-5D2404052331}"/>
              </a:ext>
            </a:extLst>
          </p:cNvPr>
          <p:cNvSpPr/>
          <p:nvPr/>
        </p:nvSpPr>
        <p:spPr>
          <a:xfrm>
            <a:off x="5556000" y="6394684"/>
            <a:ext cx="1080000" cy="2880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1600" dirty="0">
                <a:solidFill>
                  <a:srgbClr val="66707F"/>
                </a:solidFill>
                <a:latin typeface="Meiryo"/>
                <a:ea typeface="メイリオ"/>
              </a:rPr>
              <a:t>振り返り</a:t>
            </a:r>
            <a:endParaRPr sz="1600" b="0" dirty="0">
              <a:solidFill>
                <a:srgbClr val="66707F"/>
              </a:solidFill>
              <a:latin typeface="Meiryo"/>
              <a:ea typeface="メイリオ"/>
            </a:endParaRPr>
          </a:p>
        </p:txBody>
      </p:sp>
      <p:sp>
        <p:nvSpPr>
          <p:cNvPr id="57" name="Rounded Rectangle 93">
            <a:extLst>
              <a:ext uri="{FF2B5EF4-FFF2-40B4-BE49-F238E27FC236}">
                <a16:creationId xmlns:a16="http://schemas.microsoft.com/office/drawing/2014/main" id="{632B84D8-2792-2026-A83B-663FAF45561A}"/>
              </a:ext>
            </a:extLst>
          </p:cNvPr>
          <p:cNvSpPr/>
          <p:nvPr/>
        </p:nvSpPr>
        <p:spPr>
          <a:xfrm>
            <a:off x="4244759" y="6392061"/>
            <a:ext cx="1260000" cy="2880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1600" b="0" dirty="0">
                <a:solidFill>
                  <a:srgbClr val="66707F"/>
                </a:solidFill>
                <a:latin typeface="Meiryo"/>
                <a:ea typeface="メイリオ"/>
              </a:rPr>
              <a:t>研究の前提</a:t>
            </a:r>
            <a:endParaRPr sz="1600" b="0" dirty="0">
              <a:solidFill>
                <a:srgbClr val="66707F"/>
              </a:solidFill>
              <a:latin typeface="Meiryo"/>
              <a:ea typeface="メイリオ"/>
            </a:endParaRPr>
          </a:p>
        </p:txBody>
      </p:sp>
      <p:sp>
        <p:nvSpPr>
          <p:cNvPr id="61" name="Rounded Rectangle 92">
            <a:extLst>
              <a:ext uri="{FF2B5EF4-FFF2-40B4-BE49-F238E27FC236}">
                <a16:creationId xmlns:a16="http://schemas.microsoft.com/office/drawing/2014/main" id="{91B95993-EAEB-9B05-4323-FD0028D3339A}"/>
              </a:ext>
            </a:extLst>
          </p:cNvPr>
          <p:cNvSpPr/>
          <p:nvPr/>
        </p:nvSpPr>
        <p:spPr>
          <a:xfrm>
            <a:off x="3113518" y="6392061"/>
            <a:ext cx="1080000" cy="2880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1600" dirty="0">
                <a:solidFill>
                  <a:srgbClr val="66707F"/>
                </a:solidFill>
                <a:latin typeface="Meiryo"/>
                <a:ea typeface="メイリオ"/>
              </a:rPr>
              <a:t>近況報告</a:t>
            </a:r>
            <a:endParaRPr sz="1600" b="0" dirty="0">
              <a:solidFill>
                <a:srgbClr val="66707F"/>
              </a:solidFill>
              <a:latin typeface="Meiryo"/>
              <a:ea typeface="メイリオ"/>
            </a:endParaRPr>
          </a:p>
        </p:txBody>
      </p:sp>
      <p:sp>
        <p:nvSpPr>
          <p:cNvPr id="65" name="Rectangle 41">
            <a:extLst>
              <a:ext uri="{FF2B5EF4-FFF2-40B4-BE49-F238E27FC236}">
                <a16:creationId xmlns:a16="http://schemas.microsoft.com/office/drawing/2014/main" id="{7EDB2109-5158-005B-B69B-5FC858552806}"/>
              </a:ext>
            </a:extLst>
          </p:cNvPr>
          <p:cNvSpPr/>
          <p:nvPr/>
        </p:nvSpPr>
        <p:spPr>
          <a:xfrm>
            <a:off x="6070600" y="3098800"/>
            <a:ext cx="1625600" cy="279400"/>
          </a:xfrm>
          <a:prstGeom prst="rect">
            <a:avLst/>
          </a:prstGeom>
          <a:solidFill>
            <a:srgbClr val="F5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42">
            <a:extLst>
              <a:ext uri="{FF2B5EF4-FFF2-40B4-BE49-F238E27FC236}">
                <a16:creationId xmlns:a16="http://schemas.microsoft.com/office/drawing/2014/main" id="{F13A9B86-CA21-995A-6F6F-8328BB9B1AD1}"/>
              </a:ext>
            </a:extLst>
          </p:cNvPr>
          <p:cNvSpPr txBox="1"/>
          <p:nvPr/>
        </p:nvSpPr>
        <p:spPr>
          <a:xfrm>
            <a:off x="6070600" y="3149600"/>
            <a:ext cx="1625600" cy="194925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/>
            <a:r>
              <a:rPr sz="1100" b="1" dirty="0">
                <a:solidFill>
                  <a:srgbClr val="7E6F98"/>
                </a:solidFill>
                <a:latin typeface="Meiryo"/>
                <a:ea typeface="メイリオ"/>
              </a:rPr>
              <a:t>↻ </a:t>
            </a:r>
            <a:r>
              <a:rPr sz="1100" b="1" dirty="0" err="1">
                <a:solidFill>
                  <a:srgbClr val="7E6F98"/>
                </a:solidFill>
                <a:latin typeface="Meiryo"/>
                <a:ea typeface="メイリオ"/>
              </a:rPr>
              <a:t>通るたびに繰り返す</a:t>
            </a:r>
            <a:endParaRPr sz="1100" b="1" dirty="0">
              <a:solidFill>
                <a:srgbClr val="7E6F98"/>
              </a:solidFill>
              <a:latin typeface="Meiryo"/>
              <a:ea typeface="メイリオ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" name="Rectangle 5">
            <a:extLst>
              <a:ext uri="{FF2B5EF4-FFF2-40B4-BE49-F238E27FC236}">
                <a16:creationId xmlns:a16="http://schemas.microsoft.com/office/drawing/2014/main" id="{850611EC-A18B-2A6D-6E5C-C2DE799A594D}"/>
              </a:ext>
            </a:extLst>
          </p:cNvPr>
          <p:cNvSpPr/>
          <p:nvPr/>
        </p:nvSpPr>
        <p:spPr>
          <a:xfrm>
            <a:off x="889000" y="1676399"/>
            <a:ext cx="10414000" cy="4268159"/>
          </a:xfrm>
          <a:prstGeom prst="rect">
            <a:avLst/>
          </a:prstGeom>
          <a:solidFill>
            <a:srgbClr val="F5F4F7"/>
          </a:solidFill>
          <a:ln w="12700">
            <a:solidFill>
              <a:srgbClr val="D8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268D3B11-01D2-7480-A380-AFF21FD58137}"/>
              </a:ext>
            </a:extLst>
          </p:cNvPr>
          <p:cNvSpPr/>
          <p:nvPr/>
        </p:nvSpPr>
        <p:spPr>
          <a:xfrm>
            <a:off x="488325" y="0"/>
            <a:ext cx="0" cy="6858000"/>
          </a:xfrm>
          <a:prstGeom prst="line">
            <a:avLst/>
          </a:prstGeom>
          <a:ln w="19050" cap="flat">
            <a:solidFill>
              <a:srgbClr val="53476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 sz="120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2D8BF25E-0F66-EE36-C1C6-DBD6654EAF48}"/>
              </a:ext>
            </a:extLst>
          </p:cNvPr>
          <p:cNvSpPr/>
          <p:nvPr/>
        </p:nvSpPr>
        <p:spPr>
          <a:xfrm flipV="1">
            <a:off x="0" y="913267"/>
            <a:ext cx="12192000" cy="0"/>
          </a:xfrm>
          <a:prstGeom prst="line">
            <a:avLst/>
          </a:prstGeom>
          <a:ln w="19050" cap="flat">
            <a:solidFill>
              <a:srgbClr val="53476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 sz="1200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43691DA0-9EED-254F-9A95-86AC0983693A}"/>
              </a:ext>
            </a:extLst>
          </p:cNvPr>
          <p:cNvGrpSpPr/>
          <p:nvPr/>
        </p:nvGrpSpPr>
        <p:grpSpPr>
          <a:xfrm>
            <a:off x="347001" y="411790"/>
            <a:ext cx="591239" cy="89687"/>
            <a:chOff x="0" y="0"/>
            <a:chExt cx="233576" cy="35432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27AB71FF-864E-0471-519D-2FFD91D09F4E}"/>
                </a:ext>
              </a:extLst>
            </p:cNvPr>
            <p:cNvSpPr/>
            <p:nvPr/>
          </p:nvSpPr>
          <p:spPr>
            <a:xfrm>
              <a:off x="0" y="0"/>
              <a:ext cx="233576" cy="35432"/>
            </a:xfrm>
            <a:custGeom>
              <a:avLst/>
              <a:gdLst/>
              <a:ahLst/>
              <a:cxnLst/>
              <a:rect l="l" t="t" r="r" b="b"/>
              <a:pathLst>
                <a:path w="233576" h="35432">
                  <a:moveTo>
                    <a:pt x="0" y="0"/>
                  </a:moveTo>
                  <a:lnTo>
                    <a:pt x="233576" y="0"/>
                  </a:lnTo>
                  <a:lnTo>
                    <a:pt x="233576" y="35432"/>
                  </a:lnTo>
                  <a:lnTo>
                    <a:pt x="0" y="35432"/>
                  </a:lnTo>
                  <a:close/>
                </a:path>
              </a:pathLst>
            </a:custGeom>
            <a:gradFill rotWithShape="1">
              <a:gsLst>
                <a:gs pos="0">
                  <a:srgbClr val="53476B">
                    <a:alpha val="100000"/>
                  </a:srgbClr>
                </a:gs>
                <a:gs pos="100000">
                  <a:srgbClr val="A098B0">
                    <a:alpha val="100000"/>
                  </a:srgbClr>
                </a:gs>
              </a:gsLst>
              <a:lin ang="270000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ja-JP" altLang="en-US" sz="1200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39237177-04BE-7593-62C6-C7E0B61B04C9}"/>
                </a:ext>
              </a:extLst>
            </p:cNvPr>
            <p:cNvSpPr txBox="1"/>
            <p:nvPr/>
          </p:nvSpPr>
          <p:spPr>
            <a:xfrm>
              <a:off x="0" y="-219075"/>
              <a:ext cx="233576" cy="254507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  <a:spcBef>
                  <a:spcPct val="0"/>
                </a:spcBef>
              </a:pPr>
              <a:endParaRPr sz="1200"/>
            </a:p>
          </p:txBody>
        </p:sp>
      </p:grp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2B981DDC-1BC2-9502-2C55-E1961E6AD2D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760"/>
          </a:xfrm>
        </p:spPr>
        <p:txBody>
          <a:bodyPr/>
          <a:lstStyle/>
          <a:p>
            <a:r>
              <a:rPr kumimoji="1" lang="en-US" altLang="ja-JP"/>
              <a:t>2026/09/15</a:t>
            </a:r>
            <a:endParaRPr kumimoji="1" lang="ja-JP" altLang="en-US"/>
          </a:p>
        </p:txBody>
      </p:sp>
      <p:sp>
        <p:nvSpPr>
          <p:cNvPr id="8" name="スライド番号プレースホルダー 7">
            <a:extLst>
              <a:ext uri="{FF2B5EF4-FFF2-40B4-BE49-F238E27FC236}">
                <a16:creationId xmlns:a16="http://schemas.microsoft.com/office/drawing/2014/main" id="{948D15D4-D21A-BF67-BD40-32052FC85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760"/>
          </a:xfrm>
        </p:spPr>
        <p:txBody>
          <a:bodyPr/>
          <a:lstStyle/>
          <a:p>
            <a:fld id="{4E9148DC-F7ED-4428-85F4-2C78C4B0CFB7}" type="slidenum">
              <a:rPr kumimoji="1" lang="ja-JP" altLang="en-US" smtClean="0"/>
              <a:t>17</a:t>
            </a:fld>
            <a:endParaRPr kumimoji="1" lang="ja-JP" altLang="en-US"/>
          </a:p>
        </p:txBody>
      </p:sp>
      <p:sp>
        <p:nvSpPr>
          <p:cNvPr id="24" name="TextBox 13">
            <a:extLst>
              <a:ext uri="{FF2B5EF4-FFF2-40B4-BE49-F238E27FC236}">
                <a16:creationId xmlns:a16="http://schemas.microsoft.com/office/drawing/2014/main" id="{6A8F0231-908F-97A0-5210-DA26A5E665FA}"/>
              </a:ext>
            </a:extLst>
          </p:cNvPr>
          <p:cNvSpPr txBox="1"/>
          <p:nvPr/>
        </p:nvSpPr>
        <p:spPr>
          <a:xfrm>
            <a:off x="1079564" y="179367"/>
            <a:ext cx="10459293" cy="5770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546"/>
              </a:lnSpc>
            </a:pPr>
            <a:r>
              <a:rPr lang="ja-JP" altLang="en-US" sz="3200" b="1" spc="679" dirty="0">
                <a:latin typeface="メイリオ" panose="020B0604030504040204" pitchFamily="50" charset="-128"/>
                <a:ea typeface="メイリオ" panose="020B0604030504040204" pitchFamily="50" charset="-128"/>
                <a:cs typeface="Noto Sans JP Medium"/>
                <a:sym typeface="Noto Sans JP Medium"/>
              </a:rPr>
              <a:t>機材購入の相談</a:t>
            </a:r>
            <a:endParaRPr lang="en-US" sz="3200" b="1" spc="679" dirty="0">
              <a:latin typeface="メイリオ" panose="020B0604030504040204" pitchFamily="50" charset="-128"/>
              <a:ea typeface="メイリオ" panose="020B0604030504040204" pitchFamily="50" charset="-128"/>
              <a:cs typeface="Noto Sans JP Medium"/>
              <a:sym typeface="Noto Sans JP Medium"/>
            </a:endParaRPr>
          </a:p>
        </p:txBody>
      </p:sp>
      <p:sp>
        <p:nvSpPr>
          <p:cNvPr id="14" name="TextBox 7">
            <a:extLst>
              <a:ext uri="{FF2B5EF4-FFF2-40B4-BE49-F238E27FC236}">
                <a16:creationId xmlns:a16="http://schemas.microsoft.com/office/drawing/2014/main" id="{D310158C-333F-8F79-EB96-579DFCB8738D}"/>
              </a:ext>
            </a:extLst>
          </p:cNvPr>
          <p:cNvSpPr txBox="1"/>
          <p:nvPr/>
        </p:nvSpPr>
        <p:spPr>
          <a:xfrm>
            <a:off x="1168400" y="1955800"/>
            <a:ext cx="3810000" cy="302647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購入をお願いしたい品目</a:t>
            </a:r>
            <a:endParaRPr b="1" dirty="0">
              <a:solidFill>
                <a:schemeClr val="tx1">
                  <a:lumMod val="95000"/>
                  <a:lumOff val="5000"/>
                </a:schemeClr>
              </a:solidFill>
              <a:latin typeface="Meiryo"/>
              <a:ea typeface="メイリオ"/>
            </a:endParaRPr>
          </a:p>
        </p:txBody>
      </p:sp>
      <p:sp>
        <p:nvSpPr>
          <p:cNvPr id="16" name="Rectangle 8">
            <a:extLst>
              <a:ext uri="{FF2B5EF4-FFF2-40B4-BE49-F238E27FC236}">
                <a16:creationId xmlns:a16="http://schemas.microsoft.com/office/drawing/2014/main" id="{B8413322-C41C-F074-976F-689FC9DD180D}"/>
              </a:ext>
            </a:extLst>
          </p:cNvPr>
          <p:cNvSpPr/>
          <p:nvPr/>
        </p:nvSpPr>
        <p:spPr>
          <a:xfrm>
            <a:off x="1168400" y="2440607"/>
            <a:ext cx="3810000" cy="12700"/>
          </a:xfrm>
          <a:prstGeom prst="rect">
            <a:avLst/>
          </a:prstGeom>
          <a:solidFill>
            <a:srgbClr val="DD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9">
            <a:extLst>
              <a:ext uri="{FF2B5EF4-FFF2-40B4-BE49-F238E27FC236}">
                <a16:creationId xmlns:a16="http://schemas.microsoft.com/office/drawing/2014/main" id="{4C2129FE-3E8C-6736-AE1B-AA3DBBEAD8C9}"/>
              </a:ext>
            </a:extLst>
          </p:cNvPr>
          <p:cNvSpPr txBox="1"/>
          <p:nvPr/>
        </p:nvSpPr>
        <p:spPr>
          <a:xfrm>
            <a:off x="1181099" y="2981548"/>
            <a:ext cx="3947491" cy="2905283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marL="179388" indent="-179388" algn="l">
              <a:buFont typeface="Wingdings" panose="05000000000000000000" pitchFamily="2" charset="2"/>
              <a:buChar char="Ø"/>
            </a:pPr>
            <a:r>
              <a:rPr b="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  <a:hlinkClick r:id="rId3"/>
              </a:rPr>
              <a:t>Zoom H3-VR</a:t>
            </a:r>
            <a:r>
              <a:rPr lang="en-US" b="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  <a:hlinkClick r:id="rId3"/>
              </a:rPr>
              <a:t>(</a:t>
            </a:r>
            <a:r>
              <a:rPr b="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  <a:hlinkClick r:id="rId3"/>
              </a:rPr>
              <a:t>4方向マイク</a:t>
            </a:r>
            <a:r>
              <a:rPr lang="en-US" b="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  <a:hlinkClick r:id="rId3"/>
              </a:rPr>
              <a:t>)</a:t>
            </a:r>
            <a:endParaRPr lang="en-US" b="0" dirty="0">
              <a:solidFill>
                <a:schemeClr val="tx1">
                  <a:lumMod val="95000"/>
                  <a:lumOff val="5000"/>
                </a:schemeClr>
              </a:solidFill>
              <a:latin typeface="Meiryo"/>
              <a:ea typeface="メイリオ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F9A"/>
                </a:solidFill>
                <a:effectLst/>
                <a:uLnTx/>
                <a:uFillTx/>
                <a:latin typeface="Meiryo"/>
                <a:ea typeface="メイリオ"/>
                <a:cs typeface="+mn-cs"/>
              </a:rPr>
              <a:t>本体。右の条件を一体型で満たす現実的な機種</a:t>
            </a:r>
            <a:endParaRPr kumimoji="1" lang="en-US" altLang="ja-JP" sz="1400" b="0" i="0" u="none" strike="noStrike" kern="1200" cap="none" spc="0" normalizeH="0" baseline="0" noProof="0" dirty="0">
              <a:ln>
                <a:noFill/>
              </a:ln>
              <a:solidFill>
                <a:srgbClr val="8A8F9A"/>
              </a:solidFill>
              <a:effectLst/>
              <a:uLnTx/>
              <a:uFillTx/>
              <a:latin typeface="Meiryo"/>
              <a:ea typeface="メイリオ"/>
              <a:cs typeface="+mn-cs"/>
            </a:endParaRPr>
          </a:p>
          <a:p>
            <a:pPr algn="l"/>
            <a:endParaRPr lang="en-US" b="0" dirty="0">
              <a:solidFill>
                <a:schemeClr val="tx1">
                  <a:lumMod val="95000"/>
                  <a:lumOff val="5000"/>
                </a:schemeClr>
              </a:solidFill>
              <a:latin typeface="Meiryo"/>
              <a:ea typeface="メイリオ"/>
            </a:endParaRPr>
          </a:p>
          <a:p>
            <a:pPr marL="179388" indent="-179388" algn="l">
              <a:buFont typeface="Wingdings" panose="05000000000000000000" pitchFamily="2" charset="2"/>
              <a:buChar char="Ø"/>
            </a:pPr>
            <a:r>
              <a:rPr lang="ja-JP" altLang="en-US" b="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  <a:hlinkClick r:id="rId4"/>
              </a:rPr>
              <a:t>風防</a:t>
            </a:r>
            <a:endParaRPr lang="en-US" b="0" dirty="0">
              <a:solidFill>
                <a:schemeClr val="tx1">
                  <a:lumMod val="95000"/>
                  <a:lumOff val="5000"/>
                </a:schemeClr>
              </a:solidFill>
              <a:latin typeface="Meiryo"/>
              <a:ea typeface="メイリオ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100" b="0" dirty="0">
              <a:solidFill>
                <a:srgbClr val="222838"/>
              </a:solidFill>
              <a:latin typeface="Meiryo"/>
              <a:ea typeface="メイリオ"/>
            </a:endParaRPr>
          </a:p>
          <a:p>
            <a:pPr marL="179388" indent="-179388">
              <a:buFont typeface="Wingdings" panose="05000000000000000000" pitchFamily="2" charset="2"/>
              <a:buChar char="Ø"/>
            </a:pPr>
            <a:r>
              <a:rPr lang="ja-JP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  <a:hlinkClick r:id="rId5"/>
              </a:rPr>
              <a:t>騒音計</a:t>
            </a:r>
            <a:r>
              <a:rPr lang="en-US" altLang="ja-JP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  <a:hlinkClick r:id="rId5"/>
              </a:rPr>
              <a:t>(</a:t>
            </a:r>
            <a:r>
              <a:rPr lang="ja-JP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  <a:hlinkClick r:id="rId5"/>
              </a:rPr>
              <a:t>平均音量</a:t>
            </a:r>
            <a:r>
              <a:rPr lang="en-US" altLang="ja-JP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  <a:hlinkClick r:id="rId5"/>
              </a:rPr>
              <a:t>LAeq</a:t>
            </a:r>
            <a:r>
              <a:rPr lang="ja-JP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  <a:hlinkClick r:id="rId5"/>
              </a:rPr>
              <a:t>が出るもの</a:t>
            </a:r>
            <a:r>
              <a:rPr lang="en-US" altLang="ja-JP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  <a:hlinkClick r:id="rId5"/>
              </a:rPr>
              <a:t>)</a:t>
            </a:r>
            <a:endParaRPr lang="en-US" altLang="ja-JP" dirty="0">
              <a:solidFill>
                <a:schemeClr val="tx1">
                  <a:lumMod val="95000"/>
                  <a:lumOff val="5000"/>
                </a:schemeClr>
              </a:solidFill>
              <a:latin typeface="Meiryo"/>
              <a:ea typeface="メイリオ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F9A"/>
                </a:solidFill>
                <a:effectLst/>
                <a:uLnTx/>
                <a:uFillTx/>
                <a:latin typeface="Meiryo"/>
                <a:ea typeface="メイリオ"/>
                <a:cs typeface="+mn-cs"/>
              </a:rPr>
              <a:t>学内でお借りできれば購入は不要</a:t>
            </a:r>
            <a:endParaRPr kumimoji="1" lang="en-US" altLang="ja-JP" sz="1400" b="0" i="0" u="none" strike="noStrike" kern="1200" cap="none" spc="0" normalizeH="0" baseline="0" noProof="0" dirty="0">
              <a:ln>
                <a:noFill/>
              </a:ln>
              <a:solidFill>
                <a:srgbClr val="8A8F9A"/>
              </a:solidFill>
              <a:effectLst/>
              <a:uLnTx/>
              <a:uFillTx/>
              <a:latin typeface="Meiryo"/>
              <a:ea typeface="メイリオ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ja-JP" altLang="en-US" sz="1100" dirty="0">
              <a:solidFill>
                <a:schemeClr val="tx1">
                  <a:lumMod val="95000"/>
                  <a:lumOff val="5000"/>
                </a:schemeClr>
              </a:solidFill>
              <a:latin typeface="Meiryo"/>
              <a:ea typeface="メイリオ"/>
            </a:endParaRPr>
          </a:p>
          <a:p>
            <a:pPr marL="179388" indent="-179388">
              <a:buFont typeface="Wingdings" panose="05000000000000000000" pitchFamily="2" charset="2"/>
              <a:buChar char="Ø"/>
            </a:pPr>
            <a:r>
              <a:rPr lang="ja-JP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小物</a:t>
            </a:r>
            <a:r>
              <a:rPr lang="en-US" altLang="ja-JP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(</a:t>
            </a:r>
            <a:r>
              <a:rPr lang="ja-JP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ヘルメット・変換金具・</a:t>
            </a:r>
            <a:r>
              <a:rPr lang="en-US" altLang="ja-JP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microSD</a:t>
            </a:r>
            <a:r>
              <a:rPr lang="ja-JP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カード </a:t>
            </a:r>
            <a:r>
              <a:rPr lang="en-US" altLang="ja-JP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64GB)</a:t>
            </a: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F9A"/>
                </a:solidFill>
                <a:effectLst/>
                <a:uLnTx/>
                <a:uFillTx/>
                <a:latin typeface="Meiryo"/>
                <a:ea typeface="メイリオ"/>
                <a:cs typeface="+mn-cs"/>
              </a:rPr>
              <a:t>自費でもまかなえる範囲</a:t>
            </a:r>
            <a:endParaRPr lang="ja-JP" altLang="en-US" sz="2000" dirty="0">
              <a:solidFill>
                <a:srgbClr val="222838"/>
              </a:solidFill>
              <a:latin typeface="Meiryo"/>
              <a:ea typeface="メイリオ"/>
            </a:endParaRPr>
          </a:p>
        </p:txBody>
      </p:sp>
      <p:sp>
        <p:nvSpPr>
          <p:cNvPr id="42" name="Rectangle 18">
            <a:extLst>
              <a:ext uri="{FF2B5EF4-FFF2-40B4-BE49-F238E27FC236}">
                <a16:creationId xmlns:a16="http://schemas.microsoft.com/office/drawing/2014/main" id="{9256D08E-AB0D-067B-A933-510C32335E4D}"/>
              </a:ext>
            </a:extLst>
          </p:cNvPr>
          <p:cNvSpPr/>
          <p:nvPr/>
        </p:nvSpPr>
        <p:spPr>
          <a:xfrm>
            <a:off x="5358295" y="1852704"/>
            <a:ext cx="12700" cy="3960000"/>
          </a:xfrm>
          <a:prstGeom prst="rect">
            <a:avLst/>
          </a:prstGeom>
          <a:solidFill>
            <a:srgbClr val="DD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19">
            <a:extLst>
              <a:ext uri="{FF2B5EF4-FFF2-40B4-BE49-F238E27FC236}">
                <a16:creationId xmlns:a16="http://schemas.microsoft.com/office/drawing/2014/main" id="{48770170-254D-0A1C-0691-1BD815203098}"/>
              </a:ext>
            </a:extLst>
          </p:cNvPr>
          <p:cNvSpPr txBox="1"/>
          <p:nvPr/>
        </p:nvSpPr>
        <p:spPr>
          <a:xfrm>
            <a:off x="5791200" y="1955800"/>
            <a:ext cx="5232400" cy="302647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b="1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この機種を選んだ理由</a:t>
            </a:r>
          </a:p>
        </p:txBody>
      </p:sp>
      <p:sp>
        <p:nvSpPr>
          <p:cNvPr id="46" name="Rectangle 20">
            <a:extLst>
              <a:ext uri="{FF2B5EF4-FFF2-40B4-BE49-F238E27FC236}">
                <a16:creationId xmlns:a16="http://schemas.microsoft.com/office/drawing/2014/main" id="{30A00721-C4FA-2273-4CFE-6DCF4592327B}"/>
              </a:ext>
            </a:extLst>
          </p:cNvPr>
          <p:cNvSpPr/>
          <p:nvPr/>
        </p:nvSpPr>
        <p:spPr>
          <a:xfrm>
            <a:off x="5791200" y="2440607"/>
            <a:ext cx="5232400" cy="12700"/>
          </a:xfrm>
          <a:prstGeom prst="rect">
            <a:avLst/>
          </a:prstGeom>
          <a:solidFill>
            <a:srgbClr val="DD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23">
            <a:extLst>
              <a:ext uri="{FF2B5EF4-FFF2-40B4-BE49-F238E27FC236}">
                <a16:creationId xmlns:a16="http://schemas.microsoft.com/office/drawing/2014/main" id="{B3EF76C3-5DD0-EEB3-1DDD-906EC7B680D2}"/>
              </a:ext>
            </a:extLst>
          </p:cNvPr>
          <p:cNvSpPr txBox="1"/>
          <p:nvPr/>
        </p:nvSpPr>
        <p:spPr>
          <a:xfrm>
            <a:off x="5969000" y="2651012"/>
            <a:ext cx="5734674" cy="308994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marL="179388" indent="-179388" algn="l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b="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上下を含む4方向で録れる</a:t>
            </a:r>
          </a:p>
          <a:p>
            <a:pPr algn="l">
              <a:lnSpc>
                <a:spcPct val="125000"/>
              </a:lnSpc>
            </a:pPr>
            <a:r>
              <a:rPr sz="1400" b="0" dirty="0" err="1">
                <a:solidFill>
                  <a:srgbClr val="8A8F9A"/>
                </a:solidFill>
                <a:latin typeface="Meiryo"/>
                <a:ea typeface="メイリオ"/>
              </a:rPr>
              <a:t>ステレオでは高さの軸が無く、学習データと形式が合わない</a:t>
            </a:r>
            <a:r>
              <a:rPr lang="ja-JP" altLang="en-US" sz="1400" b="0" dirty="0">
                <a:solidFill>
                  <a:srgbClr val="8A8F9A"/>
                </a:solidFill>
                <a:latin typeface="Meiryo"/>
                <a:ea typeface="メイリオ"/>
              </a:rPr>
              <a:t>。</a:t>
            </a:r>
            <a:endParaRPr lang="en-US" sz="1400" b="0" dirty="0">
              <a:solidFill>
                <a:srgbClr val="8A8F9A"/>
              </a:solidFill>
              <a:latin typeface="Meiryo"/>
              <a:ea typeface="メイリオ"/>
            </a:endParaRPr>
          </a:p>
          <a:p>
            <a:pPr marL="179388" indent="-179388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en-US" altLang="ja-JP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96kHz</a:t>
            </a:r>
            <a:r>
              <a:rPr lang="ja-JP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で録れる</a:t>
            </a:r>
          </a:p>
          <a:p>
            <a:pPr>
              <a:lnSpc>
                <a:spcPct val="125000"/>
              </a:lnSpc>
            </a:pPr>
            <a:r>
              <a:rPr lang="ja-JP" altLang="en-US" sz="1400" dirty="0">
                <a:solidFill>
                  <a:srgbClr val="8A8F9A"/>
                </a:solidFill>
                <a:latin typeface="Meiryo"/>
                <a:ea typeface="メイリオ"/>
              </a:rPr>
              <a:t>40kHz帯まで原本に残せる（探索用。超音波の検出は主張しない）。</a:t>
            </a:r>
          </a:p>
          <a:p>
            <a:pPr marL="179388" indent="-179388">
              <a:lnSpc>
                <a:spcPct val="125000"/>
              </a:lnSpc>
              <a:buFont typeface="Wingdings" panose="05000000000000000000" pitchFamily="2" charset="2"/>
              <a:buChar char="Ø"/>
              <a:tabLst>
                <a:tab pos="88900" algn="l"/>
              </a:tabLst>
            </a:pPr>
            <a:r>
              <a:rPr lang="ja-JP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音量の自動調整を</a:t>
            </a:r>
            <a:r>
              <a:rPr lang="en-US" altLang="ja-JP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off</a:t>
            </a:r>
            <a:r>
              <a:rPr lang="ja-JP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にできる</a:t>
            </a:r>
          </a:p>
          <a:p>
            <a:pPr>
              <a:lnSpc>
                <a:spcPct val="125000"/>
              </a:lnSpc>
            </a:pPr>
            <a:r>
              <a:rPr lang="ja-JP" altLang="en-US" sz="1400" dirty="0">
                <a:solidFill>
                  <a:srgbClr val="8A8F9A"/>
                </a:solidFill>
                <a:latin typeface="Meiryo"/>
                <a:ea typeface="メイリオ"/>
              </a:rPr>
              <a:t>録音中に変わると、何デシベルだったかを計算できない。</a:t>
            </a:r>
            <a:endParaRPr lang="en-US" altLang="ja-JP" sz="1400" dirty="0">
              <a:solidFill>
                <a:srgbClr val="8A8F9A"/>
              </a:solidFill>
              <a:latin typeface="Meiryo"/>
              <a:ea typeface="メイリオ"/>
            </a:endParaRPr>
          </a:p>
          <a:p>
            <a:pPr marL="179388" indent="-179388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ja-JP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身に着けて持ち歩ける重さ</a:t>
            </a:r>
          </a:p>
          <a:p>
            <a:pPr>
              <a:lnSpc>
                <a:spcPct val="125000"/>
              </a:lnSpc>
            </a:pPr>
            <a:r>
              <a:rPr lang="en-US" altLang="ja-JP" sz="1400" dirty="0">
                <a:solidFill>
                  <a:srgbClr val="8A8F9A"/>
                </a:solidFill>
                <a:latin typeface="Meiryo"/>
                <a:ea typeface="メイリオ"/>
              </a:rPr>
              <a:t>6</a:t>
            </a:r>
            <a:r>
              <a:rPr lang="ja-JP" altLang="en-US" sz="1400" dirty="0">
                <a:solidFill>
                  <a:srgbClr val="8A8F9A"/>
                </a:solidFill>
                <a:latin typeface="Meiryo"/>
                <a:ea typeface="メイリオ"/>
              </a:rPr>
              <a:t>か所を歩いて回る。公道では三脚を立てない方針。</a:t>
            </a:r>
            <a:endParaRPr lang="en-US" altLang="ja-JP" sz="1400" dirty="0">
              <a:solidFill>
                <a:srgbClr val="8A8F9A"/>
              </a:solidFill>
              <a:latin typeface="Meiryo"/>
              <a:ea typeface="メイリオ"/>
            </a:endParaRPr>
          </a:p>
          <a:p>
            <a:pPr marL="179388" indent="-179388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ja-JP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マイクが較正済み</a:t>
            </a:r>
          </a:p>
          <a:p>
            <a:pPr>
              <a:lnSpc>
                <a:spcPct val="125000"/>
              </a:lnSpc>
            </a:pPr>
            <a:r>
              <a:rPr lang="ja-JP" altLang="en-US" sz="1400" dirty="0">
                <a:solidFill>
                  <a:srgbClr val="8A8F9A"/>
                </a:solidFill>
                <a:latin typeface="Meiryo"/>
                <a:ea typeface="メイリオ"/>
              </a:rPr>
              <a:t>自作だと、誤差がモデルのせいかマイクのせい</a:t>
            </a:r>
            <a:r>
              <a:rPr lang="ja-JP" altLang="en-US" sz="1400">
                <a:solidFill>
                  <a:srgbClr val="8A8F9A"/>
                </a:solidFill>
                <a:latin typeface="Meiryo"/>
                <a:ea typeface="メイリオ"/>
              </a:rPr>
              <a:t>か分からない。</a:t>
            </a:r>
            <a:endParaRPr lang="ja-JP" altLang="en-US" sz="1400" dirty="0">
              <a:solidFill>
                <a:srgbClr val="8A8F9A"/>
              </a:solidFill>
              <a:latin typeface="Meiryo"/>
              <a:ea typeface="メイリオ"/>
            </a:endParaRPr>
          </a:p>
        </p:txBody>
      </p:sp>
      <p:sp>
        <p:nvSpPr>
          <p:cNvPr id="115" name="Rounded Rectangle 97">
            <a:extLst>
              <a:ext uri="{FF2B5EF4-FFF2-40B4-BE49-F238E27FC236}">
                <a16:creationId xmlns:a16="http://schemas.microsoft.com/office/drawing/2014/main" id="{A7F6C61F-78F5-100F-0832-C2649D372C3B}"/>
              </a:ext>
            </a:extLst>
          </p:cNvPr>
          <p:cNvSpPr/>
          <p:nvPr/>
        </p:nvSpPr>
        <p:spPr>
          <a:xfrm>
            <a:off x="8589723" y="6392061"/>
            <a:ext cx="900000" cy="2880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dirty="0" err="1">
                <a:solidFill>
                  <a:srgbClr val="66707F"/>
                </a:solidFill>
                <a:latin typeface="Meiryo"/>
                <a:ea typeface="メイリオ"/>
              </a:rPr>
              <a:t>まとめ</a:t>
            </a:r>
            <a:endParaRPr sz="1600" b="0" dirty="0">
              <a:solidFill>
                <a:srgbClr val="66707F"/>
              </a:solidFill>
              <a:latin typeface="Meiryo"/>
              <a:ea typeface="メイリオ"/>
            </a:endParaRPr>
          </a:p>
        </p:txBody>
      </p:sp>
      <p:sp>
        <p:nvSpPr>
          <p:cNvPr id="117" name="Rounded Rectangle 96">
            <a:extLst>
              <a:ext uri="{FF2B5EF4-FFF2-40B4-BE49-F238E27FC236}">
                <a16:creationId xmlns:a16="http://schemas.microsoft.com/office/drawing/2014/main" id="{979E8BEA-0026-F732-F66E-2885262FA70B}"/>
              </a:ext>
            </a:extLst>
          </p:cNvPr>
          <p:cNvSpPr/>
          <p:nvPr/>
        </p:nvSpPr>
        <p:spPr>
          <a:xfrm>
            <a:off x="7998482" y="6392061"/>
            <a:ext cx="540000" cy="288000"/>
          </a:xfrm>
          <a:prstGeom prst="roundRect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1600" b="1" dirty="0">
                <a:solidFill>
                  <a:schemeClr val="bg1"/>
                </a:solidFill>
                <a:latin typeface="Meiryo"/>
                <a:ea typeface="メイリオ"/>
              </a:rPr>
              <a:t>相談</a:t>
            </a:r>
            <a:endParaRPr sz="1600" b="1" dirty="0">
              <a:solidFill>
                <a:schemeClr val="bg1"/>
              </a:solidFill>
              <a:latin typeface="Meiryo"/>
              <a:ea typeface="メイリオ"/>
            </a:endParaRPr>
          </a:p>
        </p:txBody>
      </p:sp>
      <p:sp>
        <p:nvSpPr>
          <p:cNvPr id="119" name="Rounded Rectangle 95">
            <a:extLst>
              <a:ext uri="{FF2B5EF4-FFF2-40B4-BE49-F238E27FC236}">
                <a16:creationId xmlns:a16="http://schemas.microsoft.com/office/drawing/2014/main" id="{7173B198-DB6C-E27E-5F25-26B7461C959B}"/>
              </a:ext>
            </a:extLst>
          </p:cNvPr>
          <p:cNvSpPr/>
          <p:nvPr/>
        </p:nvSpPr>
        <p:spPr>
          <a:xfrm>
            <a:off x="6687241" y="6392995"/>
            <a:ext cx="1260000" cy="2880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1600" b="0" dirty="0">
                <a:solidFill>
                  <a:srgbClr val="66707F"/>
                </a:solidFill>
                <a:latin typeface="Meiryo"/>
                <a:ea typeface="メイリオ"/>
              </a:rPr>
              <a:t>実録の計画</a:t>
            </a:r>
            <a:endParaRPr sz="1600" b="0" dirty="0">
              <a:solidFill>
                <a:srgbClr val="66707F"/>
              </a:solidFill>
              <a:latin typeface="Meiryo"/>
              <a:ea typeface="メイリオ"/>
            </a:endParaRPr>
          </a:p>
        </p:txBody>
      </p:sp>
      <p:sp>
        <p:nvSpPr>
          <p:cNvPr id="121" name="Rounded Rectangle 94">
            <a:extLst>
              <a:ext uri="{FF2B5EF4-FFF2-40B4-BE49-F238E27FC236}">
                <a16:creationId xmlns:a16="http://schemas.microsoft.com/office/drawing/2014/main" id="{DC515641-7BF6-2F76-8303-50B8E97C512C}"/>
              </a:ext>
            </a:extLst>
          </p:cNvPr>
          <p:cNvSpPr/>
          <p:nvPr/>
        </p:nvSpPr>
        <p:spPr>
          <a:xfrm>
            <a:off x="5556000" y="6394684"/>
            <a:ext cx="1080000" cy="2880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1600" dirty="0">
                <a:solidFill>
                  <a:srgbClr val="66707F"/>
                </a:solidFill>
                <a:latin typeface="Meiryo"/>
                <a:ea typeface="メイリオ"/>
              </a:rPr>
              <a:t>振り返り</a:t>
            </a:r>
            <a:endParaRPr sz="1600" b="0" dirty="0">
              <a:solidFill>
                <a:srgbClr val="66707F"/>
              </a:solidFill>
              <a:latin typeface="Meiryo"/>
              <a:ea typeface="メイリオ"/>
            </a:endParaRPr>
          </a:p>
        </p:txBody>
      </p:sp>
      <p:sp>
        <p:nvSpPr>
          <p:cNvPr id="123" name="Rounded Rectangle 93">
            <a:extLst>
              <a:ext uri="{FF2B5EF4-FFF2-40B4-BE49-F238E27FC236}">
                <a16:creationId xmlns:a16="http://schemas.microsoft.com/office/drawing/2014/main" id="{517D1EF7-FA80-7713-B9B6-4DB70D36237A}"/>
              </a:ext>
            </a:extLst>
          </p:cNvPr>
          <p:cNvSpPr/>
          <p:nvPr/>
        </p:nvSpPr>
        <p:spPr>
          <a:xfrm>
            <a:off x="4244759" y="6392061"/>
            <a:ext cx="1260000" cy="2880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1600" b="0" dirty="0">
                <a:solidFill>
                  <a:srgbClr val="66707F"/>
                </a:solidFill>
                <a:latin typeface="Meiryo"/>
                <a:ea typeface="メイリオ"/>
              </a:rPr>
              <a:t>研究の前提</a:t>
            </a:r>
            <a:endParaRPr sz="1600" b="0" dirty="0">
              <a:solidFill>
                <a:srgbClr val="66707F"/>
              </a:solidFill>
              <a:latin typeface="Meiryo"/>
              <a:ea typeface="メイリオ"/>
            </a:endParaRPr>
          </a:p>
        </p:txBody>
      </p:sp>
      <p:sp>
        <p:nvSpPr>
          <p:cNvPr id="125" name="Rounded Rectangle 92">
            <a:extLst>
              <a:ext uri="{FF2B5EF4-FFF2-40B4-BE49-F238E27FC236}">
                <a16:creationId xmlns:a16="http://schemas.microsoft.com/office/drawing/2014/main" id="{01EB4493-D796-D0B5-AF08-68581AB80342}"/>
              </a:ext>
            </a:extLst>
          </p:cNvPr>
          <p:cNvSpPr/>
          <p:nvPr/>
        </p:nvSpPr>
        <p:spPr>
          <a:xfrm>
            <a:off x="3113518" y="6392061"/>
            <a:ext cx="1080000" cy="2880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1600" dirty="0">
                <a:solidFill>
                  <a:srgbClr val="66707F"/>
                </a:solidFill>
                <a:latin typeface="Meiryo"/>
                <a:ea typeface="メイリオ"/>
              </a:rPr>
              <a:t>近況報告</a:t>
            </a:r>
            <a:endParaRPr sz="1600" b="0" dirty="0">
              <a:solidFill>
                <a:srgbClr val="66707F"/>
              </a:solidFill>
              <a:latin typeface="Meiryo"/>
              <a:ea typeface="メイリオ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