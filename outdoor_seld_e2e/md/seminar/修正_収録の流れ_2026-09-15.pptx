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収 録 の 流 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1地点あたり6つの手順。</a:t>
            </a: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④だけをテイクごとに繰り返します</a:t>
            </a:r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（1通過＝1テイク）。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1676400"/>
            <a:ext cx="162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000" y="1676400"/>
            <a:ext cx="1625600" cy="4445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1854200"/>
            <a:ext cx="1320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① 前日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2108200"/>
            <a:ext cx="132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15分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387600"/>
            <a:ext cx="1320800" cy="584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設定を家で全部固定する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9200" y="2235200"/>
            <a:ext cx="177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6200" y="1676400"/>
            <a:ext cx="162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16200" y="1676400"/>
            <a:ext cx="1625600" cy="4445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8600" y="1854200"/>
            <a:ext cx="1320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② 到着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8600" y="2108200"/>
            <a:ext cx="132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2分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8600" y="2387600"/>
            <a:ext cx="1320800" cy="584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定位置に立つ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6400" y="2235200"/>
            <a:ext cx="177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676400"/>
            <a:ext cx="162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676400"/>
            <a:ext cx="1625600" cy="4445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5800" y="1854200"/>
            <a:ext cx="1320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E0A526"/>
                </a:solidFill>
                <a:latin typeface="Meiryo"/>
                <a:ea typeface="メイリオ"/>
              </a:rPr>
              <a:t>③ 儀式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2108200"/>
            <a:ext cx="132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90秒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800" y="2387600"/>
            <a:ext cx="1320800" cy="584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手拍子・騒音計・ベル4方位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235200"/>
            <a:ext cx="177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0600" y="1676400"/>
            <a:ext cx="162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70600" y="1676400"/>
            <a:ext cx="1625600" cy="444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3000" y="1854200"/>
            <a:ext cx="1320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C0392B"/>
                </a:solidFill>
                <a:latin typeface="Meiryo"/>
                <a:ea typeface="メイリオ"/>
              </a:rPr>
              <a:t>④ 本番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000" y="2108200"/>
            <a:ext cx="132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20〜30秒 ×n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3000" y="2387600"/>
            <a:ext cx="1320800" cy="584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無言。1通過＝1テイク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0800" y="2235200"/>
            <a:ext cx="177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7800" y="1676400"/>
            <a:ext cx="162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97800" y="1676400"/>
            <a:ext cx="1625600" cy="4445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0200" y="1854200"/>
            <a:ext cx="1320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E0A526"/>
                </a:solidFill>
                <a:latin typeface="Meiryo"/>
                <a:ea typeface="メイリオ"/>
              </a:rPr>
              <a:t>⑤ 直後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0200" y="2108200"/>
            <a:ext cx="132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30秒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0200" y="2387600"/>
            <a:ext cx="1320800" cy="584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5秒数えてから声で記録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8000" y="2235200"/>
            <a:ext cx="177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8A8F9A"/>
                </a:solidFill>
                <a:latin typeface="Meiryo"/>
                <a:ea typeface="メイリオ"/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25000" y="1676400"/>
            <a:ext cx="1625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25000" y="1676400"/>
            <a:ext cx="1625600" cy="4445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77400" y="1854200"/>
            <a:ext cx="1320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Meiryo"/>
                <a:ea typeface="メイリオ"/>
              </a:rPr>
              <a:t>⑥ 確認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7400" y="2108200"/>
            <a:ext cx="132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5分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7400" y="2387600"/>
            <a:ext cx="1320800" cy="584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その場で再生して品質確認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70600" y="3098800"/>
            <a:ext cx="1625600" cy="27940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0600" y="3149600"/>
            <a:ext cx="1625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7E6F98"/>
                </a:solidFill>
                <a:latin typeface="Meiryo"/>
                <a:ea typeface="メイリオ"/>
              </a:rPr>
              <a:t>↻ 通るたびに繰り返す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000" y="3530600"/>
            <a:ext cx="50800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9000" y="3530600"/>
            <a:ext cx="5080000" cy="4445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2200" y="3708400"/>
            <a:ext cx="46736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③ 儀式の中身（90秒・セッション冒頭に1回）</a:t>
            </a:r>
          </a:p>
        </p:txBody>
      </p:sp>
      <p:sp>
        <p:nvSpPr>
          <p:cNvPr id="47" name="Oval 46"/>
          <p:cNvSpPr/>
          <p:nvPr/>
        </p:nvSpPr>
        <p:spPr>
          <a:xfrm>
            <a:off x="1117600" y="4064000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22400" y="4038600"/>
            <a:ext cx="444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手拍子を1回　</a:t>
            </a: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録音と動画の時刻を合わせる</a:t>
            </a:r>
          </a:p>
        </p:txBody>
      </p:sp>
      <p:sp>
        <p:nvSpPr>
          <p:cNvPr id="49" name="Oval 48"/>
          <p:cNvSpPr/>
          <p:nvPr/>
        </p:nvSpPr>
        <p:spPr>
          <a:xfrm>
            <a:off x="1117600" y="4394200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22400" y="4368800"/>
            <a:ext cx="444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騒音計と並べて無言で60秒　</a:t>
            </a: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何デシベルだったかの基準を取る</a:t>
            </a:r>
          </a:p>
        </p:txBody>
      </p:sp>
      <p:sp>
        <p:nvSpPr>
          <p:cNvPr id="51" name="Oval 50"/>
          <p:cNvSpPr/>
          <p:nvPr/>
        </p:nvSpPr>
        <p:spPr>
          <a:xfrm>
            <a:off x="1117600" y="4724400"/>
            <a:ext cx="203200" cy="203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22400" y="4699000"/>
            <a:ext cx="444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ベルを前後左右から1打ずつ　</a:t>
            </a: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マイクの正面と体の正面のズレを測る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3000" y="3530600"/>
            <a:ext cx="50800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23000" y="3530600"/>
            <a:ext cx="5080000" cy="4445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26200" y="3708400"/>
            <a:ext cx="46736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帰宅後、その日のうちに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51600" y="41084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4800" y="4038600"/>
            <a:ext cx="4445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録音を学習データと同じ形式に変換する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51600" y="43878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54800" y="4318000"/>
            <a:ext cx="4445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1件ずつの10秒クリップに切り出す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51600" y="46672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54800" y="4597400"/>
            <a:ext cx="4445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紙の記録を表に打ち込む（注釈）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51600" y="49466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54800" y="4876800"/>
            <a:ext cx="4445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検査スクリプトで形式ミスを機械的に見つける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9000" y="5257800"/>
            <a:ext cx="10414000" cy="55880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9000" y="5257800"/>
            <a:ext cx="50800" cy="558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7600" y="5397500"/>
            <a:ext cx="10033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この流れは9/1に手元で通し確認まで済ませてあります。</a:t>
            </a: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　機材が届いたその日から本番に入れます。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