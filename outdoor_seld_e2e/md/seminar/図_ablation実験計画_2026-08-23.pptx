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160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spc="250">
                <a:solidFill>
                  <a:srgbClr val="222838"/>
                </a:solidFill>
                <a:latin typeface="Meiryo"/>
                <a:ea typeface="メイリオ"/>
              </a:rPr>
              <a:t>今後の方針①　ablation実験計画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9000" y="1295400"/>
            <a:ext cx="10414000" cy="330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7E6F98"/>
                </a:solidFill>
                <a:latin typeface="Meiryo"/>
                <a:ea typeface="メイリオ"/>
              </a:rPr>
              <a:t>問い：</a:t>
            </a:r>
            <a:r>
              <a:rPr sz="1400" b="0">
                <a:solidFill>
                  <a:srgbClr val="595F6E"/>
                </a:solidFill>
                <a:latin typeface="Meiryo"/>
                <a:ea typeface="メイリオ"/>
              </a:rPr>
              <a:t>合成データに入れた物理のうち、</a:t>
            </a:r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どれを外すと、どの性能が落ちるのか？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889000" y="1803400"/>
            <a:ext cx="1955800" cy="12192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9000" y="2057400"/>
            <a:ext cx="19558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  <a:ea typeface="メイリオ"/>
              </a:rPr>
              <a:t>基準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" y="2413000"/>
            <a:ext cx="19558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メイリオ"/>
              </a:rPr>
              <a:t>全物理あり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97200" y="1803400"/>
            <a:ext cx="19558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97200" y="1803400"/>
            <a:ext cx="1955800" cy="508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7200" y="2082800"/>
            <a:ext cx="19558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この1つだけ外す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7200" y="2387600"/>
            <a:ext cx="1955800" cy="30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C0392B"/>
                </a:solidFill>
                <a:latin typeface="Meiryo"/>
                <a:ea typeface="メイリオ"/>
              </a:rPr>
              <a:t>− </a:t>
            </a:r>
            <a:r>
              <a:rPr sz="1500" b="1">
                <a:solidFill>
                  <a:srgbClr val="222838"/>
                </a:solidFill>
                <a:latin typeface="Meiryo"/>
                <a:ea typeface="メイリオ"/>
              </a:rPr>
              <a:t>距離減衰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05400" y="1803400"/>
            <a:ext cx="19558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05400" y="1803400"/>
            <a:ext cx="1955800" cy="508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05400" y="2082800"/>
            <a:ext cx="19558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この1つだけ外す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5400" y="2387600"/>
            <a:ext cx="1955800" cy="30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C0392B"/>
                </a:solidFill>
                <a:latin typeface="Meiryo"/>
                <a:ea typeface="メイリオ"/>
              </a:rPr>
              <a:t>− </a:t>
            </a:r>
            <a:r>
              <a:rPr sz="1500" b="1">
                <a:solidFill>
                  <a:srgbClr val="222838"/>
                </a:solidFill>
                <a:latin typeface="Meiryo"/>
                <a:ea typeface="メイリオ"/>
              </a:rPr>
              <a:t>ドップラー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13600" y="1803400"/>
            <a:ext cx="19558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13600" y="1803400"/>
            <a:ext cx="1955800" cy="508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13600" y="2082800"/>
            <a:ext cx="19558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この1つだけ外す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13600" y="2387600"/>
            <a:ext cx="1955800" cy="30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C0392B"/>
                </a:solidFill>
                <a:latin typeface="Meiryo"/>
                <a:ea typeface="メイリオ"/>
              </a:rPr>
              <a:t>− </a:t>
            </a:r>
            <a:r>
              <a:rPr sz="1500" b="1">
                <a:solidFill>
                  <a:srgbClr val="222838"/>
                </a:solidFill>
                <a:latin typeface="Meiryo"/>
                <a:ea typeface="メイリオ"/>
              </a:rPr>
              <a:t>地面反射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1800" y="1803400"/>
            <a:ext cx="19558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21800" y="1803400"/>
            <a:ext cx="1955800" cy="508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1800" y="2082800"/>
            <a:ext cx="19558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この1つだけ外す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1800" y="2387600"/>
            <a:ext cx="1955800" cy="30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C0392B"/>
                </a:solidFill>
                <a:latin typeface="Meiryo"/>
                <a:ea typeface="メイリオ"/>
              </a:rPr>
              <a:t>− </a:t>
            </a:r>
            <a:r>
              <a:rPr sz="1500" b="1">
                <a:solidFill>
                  <a:srgbClr val="222838"/>
                </a:solidFill>
                <a:latin typeface="Meiryo"/>
                <a:ea typeface="メイリオ"/>
              </a:rPr>
              <a:t>大気吸収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7200" y="3098800"/>
            <a:ext cx="82804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物理を1つだけ外した4条件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9000" y="3454400"/>
            <a:ext cx="10414000" cy="381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9000" y="3530600"/>
            <a:ext cx="10414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50" b="0">
                <a:solidFill>
                  <a:srgbClr val="595F6E"/>
                </a:solidFill>
                <a:latin typeface="Meiryo"/>
                <a:ea typeface="メイリオ"/>
              </a:rPr>
              <a:t>計5条件を</a:t>
            </a:r>
            <a:r>
              <a:rPr sz="1250" b="1">
                <a:solidFill>
                  <a:srgbClr val="222838"/>
                </a:solidFill>
                <a:latin typeface="Meiryo"/>
                <a:ea typeface="メイリオ"/>
              </a:rPr>
              <a:t>同じ評価セットで採点し、基準からの性能差を測る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000" y="4038600"/>
            <a:ext cx="50165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9000" y="4038600"/>
            <a:ext cx="50800" cy="13716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7600" y="4191000"/>
            <a:ext cx="4572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合成データで測る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7600" y="4546600"/>
            <a:ext cx="4572000" cy="762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・SELD性能（検出・方向）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・距離推定の性能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6500" y="4038600"/>
            <a:ext cx="50165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86500" y="4038600"/>
            <a:ext cx="50800" cy="13716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5100" y="4191000"/>
            <a:ext cx="4572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実録で測る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5100" y="4546600"/>
            <a:ext cx="4572000" cy="762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・通知性能（鳴るべきときに鳴るか）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・共通110本を全条件に通して比べる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9000" y="5689600"/>
            <a:ext cx="76200" cy="5842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5200" y="5689600"/>
            <a:ext cx="103378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93800" y="5791200"/>
            <a:ext cx="9906000" cy="406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95F6E"/>
                </a:solidFill>
                <a:latin typeface="Meiryo"/>
                <a:ea typeface="メイリオ"/>
              </a:rPr>
              <a:t>「合成データのどの物理が、実環境の性能に必要か」に</a:t>
            </a:r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9月に直接答える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600" y="6426200"/>
            <a:ext cx="1143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2026/08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100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76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912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056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20000" y="6375400"/>
            <a:ext cx="5080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6375400"/>
            <a:ext cx="11176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