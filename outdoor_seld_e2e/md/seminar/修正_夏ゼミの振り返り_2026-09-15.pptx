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夏 ゼ ミ の 振 り 返 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いただいた4件すべてに手を動かしました。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752600"/>
            <a:ext cx="76200" cy="762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" y="1676400"/>
            <a:ext cx="8382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狭いところをすり抜けていく車と対向してくる車が、同じ至近警告になって区別できないのではないか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33000" y="1663700"/>
            <a:ext cx="1270000" cy="254000"/>
          </a:xfrm>
          <a:prstGeom prst="rect">
            <a:avLst/>
          </a:prstGeom>
          <a:noFill/>
          <a:ln w="1397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C0392B"/>
                </a:solidFill>
                <a:latin typeface="Meiryo"/>
                <a:ea typeface="メイリオ"/>
              </a:rPr>
              <a:t>8・9枚目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21590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3200" y="2159000"/>
            <a:ext cx="98298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方位の変化率で区別する仕組みを実装。</a:t>
            </a: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危ない対向車への強い警告は 81→90%、鳴らすべきでない対向車で黙れた割合は 33→71%。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9000" y="26416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9000" y="2870200"/>
            <a:ext cx="76200" cy="762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600" y="2794000"/>
            <a:ext cx="8382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振動による方向指示のデバイスは、全盲や弱視の方向けの製品やノウハウもいろいろあるので、参考になるかもしれません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33000" y="2781300"/>
            <a:ext cx="1270000" cy="254000"/>
          </a:xfrm>
          <a:prstGeom prst="rect">
            <a:avLst/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2E7D5B"/>
                </a:solidFill>
                <a:latin typeface="Meiryo"/>
                <a:ea typeface="メイリオ"/>
              </a:rPr>
              <a:t>調査済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766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3200" y="3276600"/>
            <a:ext cx="98298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先行研究を調査。</a:t>
            </a: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腰の振動子は間隔107mmで8方向を98%当てられるが、72mmでは74%に落ちる。首は腰より鈍いので、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首元は4〜6方向が現実的</a:t>
            </a: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と分かった。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000" y="37592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9000" y="3987800"/>
            <a:ext cx="76200" cy="762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7600" y="3911600"/>
            <a:ext cx="8382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前方を検出対象外としているが、研究上はとりあえず全方位録ってみるでいいのでは。データを見たら思いがけないことが分かるかも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33000" y="3898900"/>
            <a:ext cx="1270000" cy="254000"/>
          </a:xfrm>
          <a:prstGeom prst="rect">
            <a:avLst/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2E7D5B"/>
                </a:solidFill>
                <a:latin typeface="Meiryo"/>
                <a:ea typeface="メイリオ"/>
              </a:rPr>
              <a:t>反映済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942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3200" y="4394200"/>
            <a:ext cx="98298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記録紙に前方イベントの欄を追加した。</a:t>
            </a: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マイクは最初から全方位録っているので追加費用はゼロ。採点では既定で除外し別集計にする（録らなければ二度と取れないため）。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000" y="48768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9000" y="5105400"/>
            <a:ext cx="76200" cy="762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600" y="5029200"/>
            <a:ext cx="8382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振動デバイスを一から作るとハードルが高そう。Joy-conとUnityとかで簡単に作ってみてもいいかも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3000" y="5016500"/>
            <a:ext cx="1270000" cy="254000"/>
          </a:xfrm>
          <a:prstGeom prst="rect">
            <a:avLst/>
          </a:prstGeom>
          <a:noFill/>
          <a:ln w="1397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C0392B"/>
                </a:solidFill>
                <a:latin typeface="Meiryo"/>
                <a:ea typeface="メイリオ"/>
              </a:rPr>
              <a:t>10枚目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600" y="55118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3200" y="5511800"/>
            <a:ext cx="98298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そのとおりに作った。9/2に実機で振動成功。</a:t>
            </a: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ハンダごて不要・部品の購入ゼロ。通知層の出力をそのまま振動に変えている。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