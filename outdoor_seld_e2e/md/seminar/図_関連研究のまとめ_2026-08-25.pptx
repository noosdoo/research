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100" b="1" spc="200">
                <a:solidFill>
                  <a:srgbClr val="222838"/>
                </a:solidFill>
                <a:latin typeface="Meiryo"/>
                <a:ea typeface="メイリオ"/>
              </a:rPr>
              <a:t>関連研究のまとめ　―　どこまでできていて、どこから踏み出すか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9000" y="1473200"/>
            <a:ext cx="10414000" cy="381000"/>
          </a:xfrm>
          <a:prstGeom prst="rect">
            <a:avLst/>
          </a:prstGeom>
          <a:solidFill>
            <a:srgbClr val="3A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6800" y="1549400"/>
            <a:ext cx="2743200" cy="254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eiryo"/>
                <a:ea typeface="メイリオ"/>
              </a:rPr>
              <a:t>先行研究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0" y="1549400"/>
            <a:ext cx="4089400" cy="254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eiryo"/>
                <a:ea typeface="メイリオ"/>
              </a:rPr>
              <a:t>どこまで到達しているか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7400" y="1549400"/>
            <a:ext cx="2819400" cy="254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eiryo"/>
                <a:ea typeface="メイリオ"/>
              </a:rPr>
              <a:t>足りないもの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2794000"/>
            <a:ext cx="10414000" cy="1016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800" y="2006600"/>
            <a:ext cx="2743200" cy="508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PAWS （2018）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歩行者向け 車両接近警告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0" y="2032000"/>
            <a:ext cx="4089400" cy="55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接近する車を80m先から検出し、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時速48kmなら約6秒前に警告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7400" y="2032000"/>
            <a:ext cx="2819400" cy="55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車だけ（警告音を扱わない）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方向が粗い ／ 複数台は扱えない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000" y="2794000"/>
            <a:ext cx="10414000" cy="9398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9000" y="3733800"/>
            <a:ext cx="10414000" cy="1016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6800" y="2946400"/>
            <a:ext cx="2743200" cy="508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サイレン認識ウェアラブル （2023）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難聴者向け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4000" y="2971800"/>
            <a:ext cx="4089400" cy="55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7つの音を高い精度で聞き分け、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振動とディスプレイで伝える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7400" y="2971800"/>
            <a:ext cx="2819400" cy="55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方向がない（種類だけ）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同時に1つの音しか扱えない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000" y="4673600"/>
            <a:ext cx="10414000" cy="1016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6800" y="3886200"/>
            <a:ext cx="2743200" cy="508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6DoF SELD （2024）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装着マイクでのSELD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4000" y="3911600"/>
            <a:ext cx="4089400" cy="55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歩行者の安全を動機に、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人が装着したマイクでSELDを実現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7400" y="3911600"/>
            <a:ext cx="2819400" cy="55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距離がない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通知の仕組みがない ／ 屋内中心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75200"/>
            <a:ext cx="10414000" cy="254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※ 当事者調査では、伝えてほしい情報として</a:t>
            </a:r>
            <a:r>
              <a:rPr sz="1100" b="1">
                <a:solidFill>
                  <a:srgbClr val="595F6E"/>
                </a:solidFill>
                <a:latin typeface="Meiryo"/>
                <a:ea typeface="メイリオ"/>
              </a:rPr>
              <a:t>「方向」が最も重視されている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000" y="5130800"/>
            <a:ext cx="76200" cy="787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5200" y="5130800"/>
            <a:ext cx="103378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93800" y="5257800"/>
            <a:ext cx="9652000" cy="584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7E6F98"/>
                </a:solidFill>
                <a:latin typeface="Meiryo"/>
                <a:ea typeface="メイリオ"/>
              </a:rPr>
              <a:t>本研究の一歩：</a:t>
            </a: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8クラス</a:t>
            </a: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 × </a:t>
            </a: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方向</a:t>
            </a: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 × </a:t>
            </a: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距離</a:t>
            </a: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 を1つにまとめ、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　　　　　　　　その上に</a:t>
            </a:r>
            <a:r>
              <a:rPr sz="1400" b="1">
                <a:solidFill>
                  <a:srgbClr val="E0A526"/>
                </a:solidFill>
                <a:latin typeface="Meiryo"/>
                <a:ea typeface="メイリオ"/>
              </a:rPr>
              <a:t>「危険度へ変える規則」</a:t>
            </a: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を載せる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600" y="6426200"/>
            <a:ext cx="1143000" cy="254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2026/08/30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106</Words>
  <Application>Microsoft Office PowerPoint</Application>
  <PresentationFormat>ワイド画面</PresentationFormat>
  <Paragraphs>33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鋭 松本</cp:lastModifiedBy>
  <cp:revision>1</cp:revision>
  <dcterms:created xsi:type="dcterms:W3CDTF">2013-01-27T09:14:16Z</dcterms:created>
  <dcterms:modified xsi:type="dcterms:W3CDTF">2026-08-25T10:16:49Z</dcterms:modified>
  <cp:category/>
</cp:coreProperties>
</file>